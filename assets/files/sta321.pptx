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3"/>
    <p:sldId id="257" r:id="rId4"/>
    <p:sldId id="315" r:id="rId5"/>
    <p:sldId id="258" r:id="rId6"/>
    <p:sldId id="288" r:id="rId7"/>
    <p:sldId id="289" r:id="rId8"/>
    <p:sldId id="290" r:id="rId9"/>
    <p:sldId id="291" r:id="rId10"/>
    <p:sldId id="293" r:id="rId11"/>
    <p:sldId id="316" r:id="rId12"/>
    <p:sldId id="317" r:id="rId13"/>
    <p:sldId id="318" r:id="rId14"/>
    <p:sldId id="294" r:id="rId15"/>
    <p:sldId id="295" r:id="rId16"/>
    <p:sldId id="296" r:id="rId17"/>
    <p:sldId id="298" r:id="rId18"/>
    <p:sldId id="319" r:id="rId19"/>
    <p:sldId id="301" r:id="rId20"/>
    <p:sldId id="303" r:id="rId21"/>
    <p:sldId id="320" r:id="rId22"/>
    <p:sldId id="299" r:id="rId24"/>
    <p:sldId id="321" r:id="rId25"/>
    <p:sldId id="327" r:id="rId26"/>
    <p:sldId id="260" r:id="rId27"/>
    <p:sldId id="322" r:id="rId28"/>
    <p:sldId id="302" r:id="rId29"/>
    <p:sldId id="323" r:id="rId30"/>
    <p:sldId id="324" r:id="rId31"/>
    <p:sldId id="305" r:id="rId32"/>
    <p:sldId id="325" r:id="rId33"/>
    <p:sldId id="331" r:id="rId34"/>
    <p:sldId id="330" r:id="rId35"/>
    <p:sldId id="326" r:id="rId36"/>
    <p:sldId id="332" r:id="rId37"/>
    <p:sldId id="311" r:id="rId38"/>
    <p:sldId id="333" r:id="rId39"/>
    <p:sldId id="314" r:id="rId40"/>
    <p:sldId id="334" r:id="rId41"/>
    <p:sldId id="335" r:id="rId42"/>
    <p:sldId id="261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9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0:15:10"/>
    </inkml:context>
    <inkml:brush xml:id="br0">
      <inkml:brushProperty name="width" value="0.0529194456206428" units="cm"/>
      <inkml:brushProperty name="height" value="0.0529194456206428" units="cm"/>
      <inkml:brushProperty name="color" value="#000000"/>
      <inkml:brushProperty name="ignorePressure" value="0"/>
    </inkml:brush>
  </inkml:definitions>
  <inkml:trace contextRef="#ctx0" brushRef="#br0">9049.704 2789.628 767,'4.209'7.480'-3,"-1.642"0.587"1,-0.514 0.534-2,-0.913-2.534 3,0.311 0.725-1,0.206 0.587 0,0.117 0.464 1,1.254 7.076-1,-1.833-8.491 2,1.068 7.883-4,-1.004-6.889 3,0.842 4.453 0,0.110 0.466-1,0.028 0.236 2,-0.764-4.082-1,0.668 4.634-2,-0.765-4.208 3,1.143 9.785-3,-1.333-9.243 3,0.425 5.117-1,-0.439-4.721-1,1.457 10.577 3,-1.297-10.154 0,0.669 5.416-2,-0.690-5.146 0,0.577 5.563 0,-0.681-5.285 1,0.982 11.370-1,-0.265 0.045-1,-1.034-11.200 2,0.612 10.967 0,-0.821-11.091 0,0.194 5.405 0,-0.355-5.477-1,0.128 5.070 1,0.136 11.161 1,-0.322-3.903 0,-0.236-4.449 0,-0.162-4.372-1,-0.104-3.929 0,-0.059-3.305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0:15:11"/>
    </inkml:context>
    <inkml:brush xml:id="br0">
      <inkml:brushProperty name="width" value="0.0529194456206428" units="cm"/>
      <inkml:brushProperty name="height" value="0.0529194456206428" units="cm"/>
      <inkml:brushProperty name="color" value="#000000"/>
      <inkml:brushProperty name="ignorePressure" value="0"/>
    </inkml:brush>
  </inkml:definitions>
  <inkml:trace contextRef="#ctx0" brushRef="#br0">8958.704 2407.628 767,'-7.103'5.018'0,"6.354"2.294"-6,2.009 0.026 4,1.180 0.474 2,1.178-0.748-1,3.794 3.445 0,1.681 0.479 0,-3.567-5.187 0,1.804 2.088-1,-2.551-2.656 1,0.092 0.342 1,-0.058 0.319-1,0.226 0.491 0,0.255 0.415 1,0.271 0.344 0,2.679 3.278-4,-0.608-0.919 2,0.311 0.214 3,0.217 0.080-2,0.138-0.023-1,4.335 4.539-1,0.672-0.830 2,-5.123-5.942 0,-2.755-2.605 0,2.917 2.161 2,0.361-0.429-1,1.793 0.413 1,0.147-0.778 1,-4.476-2.966-1,3.515 0.647 0,0.477-0.906 0,0.502-0.792-2,-3.329-1.242 0,8.519-0.647 0,-7.727-0.681 1,4.632-1.462 2,0.505-1.412-3,0.469-1.421 0,-4.400 0.908 0,10.211-6.321-2,-9.481 4.453 2,11.293-7.842-1,-10.534 6.261 0,5.799-4.595-1,0.686-0.925 1,0.476-0.788 0,-5.794 4.183 0,12.633-11.273-2,-12.309 9.963 2,12.443-11.779-1,-12.457 11.024 4,6.067-6.029-4,-0.153-0.231 0,-0.206-0.113 3,-6.097 6.063 0,11.729-11.247-5,-12.130 11.592 7,5.249-5.430-2,9.940-10.559 2,-9.070 9.055-2,-1.141 1.024 2,-3.220 3.473 1,-0.831 1.162-1,5.564-6.017 0,-5.329 5.551-1,-1.593 1.922 0,-1.420 1.891 4,-1.467 2.134 1,-1.430 2.206 1,-0.848 2.147-1,0.883 3.314 0,-2.715 6.318 1,-2.363 3.110-3,0.224 5.335-6,-1.293-9.200 0,0.599 8.509-1,-0.459-6.735 0,0.690 5.333-1,0.192 1.515 2,0.107 1.220 1,-0.400-4.744-3,1.976 13.455 0,-1.611-11.892 3,0.037 0.424-2,2.527 15.533-1,-2.071-14.145 2,1.218 8.196-2,1.127 8.514 2,-2.172-15.527 0,1.368 8.166 0,-1.246-7.822 1,2.455 16.697-2,-2.565-16.544 1,1.007 8.325 4,-1.254-8.268-4,0.815 8.069 1,-1.126-8.298 2,0.632 7.748-1,-0.302-0.687-1,-0.294-0.955 1,0.485 12.292 4,-1.716-21.391-6,-0.568 15.187 4,-1.240-3.012 1,-0.647-5.999-2,-0.227-5.356 3,0.048-4.483 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23T00:18:02"/>
    </inkml:context>
    <inkml:brush xml:id="br0">
      <inkml:brushProperty name="width" value="0.08819" units="cm"/>
      <inkml:brushProperty name="height" value="0.35278" units="cm"/>
      <inkml:brushProperty name="color" value="#fff700"/>
      <inkml:brushProperty name="tip" value="rectangle"/>
      <inkml:brushProperty name="rasterOp" value="maskPen"/>
      <inkml:brushProperty name="ignorePressure" value="0"/>
    </inkml:brush>
  </inkml:definitions>
  <inkml:trace contextRef="#ctx0" brushRef="#br0">7615.704 2499.628,'3.000'-10.000,"7.000"5.000,0.000 4.000,3.000 1.000,-1.000 0.000,3.000 0.000,-3.000 0.000,-1.000-1.000,4.000-2.000,2.000-1.000,-8.000 1.000,11.000-5.000,2.000-2.000,-7.000 2.000,1.000-2.000,-4.000 2.000,-3.000 2.000,8.000-8.000,-9.000 7.000,6.000-4.000,-1.000-1.000,1.000-1.000,-1.000 0.000,-4.000 4.000,5.000-5.000,9.000-12.000,-9.000 11.000,-1.000 0.000,0.000 1.000,-1.000 0.000,7.000-6.000,-1.000 2.000,-2.000 3.000,-3.000 4.000,0.000 4.000,0.000 7.000,-4.000 12.000,-5.000 6.000,-1.000 1.000,0.000 12.000,-2.000-20.000,1.000 15.000,-1.000-12.000,1.000 15.000,-2.000-14.000,2.000 9.000,-1.000 0.000,1.000 1.000,-1.000-8.000,1.000 18.000,-1.000-17.000,0.000 19.000,-1.000 10.000,0.000-28.000,-1.000 21.000,0.000-21.000,-1.000 21.000,1.000-20.000,-1.000 10.000,-1.000 0.000,-1.000 0.000,2.000-10.000,-5.000 21.000,3.000-21.000,-4.000 19.000,3.000-19.000,-2.000 9.000,-1.000-1.000,-1.000 0.000,3.000-9.000,-7.000 16.000,6.000-18.000,-9.000 17.000,8.000-17.000,-4.000 7.000,-2.000-1.000,1.000-1.000,3.000-8.000,-9.000 12.000,9.000-13.000,-5.000 4.000,4.000-5.000,-11.000 8.000,-7.000 3.000,17.000-15.000,-13.000 7.000,12.000-8.000,-6.000 2.000,6.000-3.000,-6.000 1.000,5.000-3.000,-6.000 1.000,7.000-2.000,-15.000 0.000,-6.000-2.000,21.000-1.000,-7.000-1.000,1.000-1.000,-13.000-4.000,5.000-1.000,6.000 0.000,5.000 1.000,4.000 1.000,1.000-1.000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23T00:18:02"/>
    </inkml:context>
    <inkml:brush xml:id="br0">
      <inkml:brushProperty name="width" value="0.08819" units="cm"/>
      <inkml:brushProperty name="height" value="0.35278" units="cm"/>
      <inkml:brushProperty name="color" value="#fff700"/>
      <inkml:brushProperty name="tip" value="rectangle"/>
      <inkml:brushProperty name="rasterOp" value="maskPen"/>
      <inkml:brushProperty name="ignorePressure" value="0"/>
    </inkml:brush>
  </inkml:definitions>
  <inkml:trace contextRef="#ctx0" brushRef="#br0">7477.704 3171.628,'15.000'-11.000,"0.000"2.000,-5.000 3.000,3.000 0.000,-4.000 2.000,0.000 0.000,12.000-3.000,2.000 1.000,-2.000 3.000,-8.000 1.000,1.000 1.000,-4.000 0.000,10.000-1.000,-10.000 2.000,6.000 0.000,1.000 0.000,0.000 1.000,-6.000-1.000,13.000 3.000,-12.000-2.000,6.000 2.000,1.000 0.000,-1.000 0.000,-6.000 0.000,7.000 2.000,0.000 0.000,6.000 3.000,-12.000-4.000,12.000 5.000,-13.000-4.000,7.000 2.000,-1.000 1.000,0.000 0.000,-6.000-2.000,11.000 7.000,-11.000-7.000,5.000 4.000,0.000 0.000,0.000 1.000,-6.000-4.000,10.000 8.000,-10.000-8.000,9.000 9.000,-10.000-9.000,4.000 5.000,-4.000-4.000,7.000 8.000,-8.000-8.000,4.000 4.000,-1.000 0.000,4.000 4.000,-9.000-9.000,4.000 4.000,0.000 0.000,3.000 5.000,0.000-2.000,-2.000 0.000,-1.000-2.000,-2.000-3.000,2.000 2.000,-7.000-21.000,-9.000 0.000,0.000 0.000,0.000 1.000,-3.000-6.000,2.000 5.000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0:16:58"/>
    </inkml:context>
    <inkml:brush xml:id="br0">
      <inkml:brushProperty name="width" value="0.0529194456206428" units="cm"/>
      <inkml:brushProperty name="height" value="0.0529194456206428" units="cm"/>
      <inkml:brushProperty name="color" value="#000000"/>
      <inkml:brushProperty name="ignorePressure" value="0"/>
    </inkml:brush>
  </inkml:definitions>
  <inkml:trace contextRef="#ctx0" brushRef="#br0">17230.704-812.372 767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0:16:58"/>
    </inkml:context>
    <inkml:brush xml:id="br0">
      <inkml:brushProperty name="width" value="0.0529194456206428" units="cm"/>
      <inkml:brushProperty name="height" value="0.0529194456206428" units="cm"/>
      <inkml:brushProperty name="color" value="#000000"/>
      <inkml:brushProperty name="ignorePressure" value="0"/>
    </inkml:brush>
  </inkml:definitions>
  <inkml:trace contextRef="#ctx0" brushRef="#br0">17230.704-812.372 767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0:17:39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15841.534 3555.208 767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1:35:14"/>
    </inkml:context>
    <inkml:brush xml:id="br0">
      <inkml:brushProperty name="width" value="0.0529194456206428" units="cm"/>
      <inkml:brushProperty name="height" value="0.0529194456206428" units="cm"/>
      <inkml:brushProperty name="color" value="#00b0f0"/>
      <inkml:brushProperty name="ignorePressure" value="0"/>
    </inkml:brush>
  </inkml:definitions>
  <inkml:trace contextRef="#ctx0" brushRef="#br0">5913.612 3066.437 767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1:42:12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14144.612 3656.437 767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1:35:14"/>
    </inkml:context>
    <inkml:brush xml:id="br0">
      <inkml:brushProperty name="width" value="0.0529194456206428" units="cm"/>
      <inkml:brushProperty name="height" value="0.0529194456206428" units="cm"/>
      <inkml:brushProperty name="color" value="#00b0f0"/>
      <inkml:brushProperty name="ignorePressure" value="0"/>
    </inkml:brush>
  </inkml:definitions>
  <inkml:trace contextRef="#ctx0" brushRef="#br0">5913.612 3066.437 767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1:42:45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5113.612 2896.437 767,'-3.991'-10.936'-3,"-9.264"9.510"2,-1.445 0.433-1,1.208-1.140 1,2.085 0.307 0,-2.874-0.047 0,0.907 0.433 0,-2.955 0.111 0,2.116 0.416 0,-1.598 0.075-1,3.945 0.338 1,-1.240 0.039 0,-8.723-0.163-1,5.920 0.250 1,-1.250 0.037-2,-1.327 0.036 2,-1.896 0.043-2,-1.019 0.024 2,10.187 0.129 0,-0.367 0.007 0,-0.348 0.007 0,-13.539-0.064-2,12.349 0.046 3,-0.395-0.029-1,-0.406-0.027-4,-0.451-0.024 5,-0.491-0.022-5,-0.488-0.020 1,-0.487-0.018 5,-17.919-0.313-3,16.455 0.269 0,-0.418-0.048-2,-0.454-0.044 3,-20.254-0.544 0,18.804 0.434-1,-0.439-0.028 1,-0.425-0.024-1,-0.526-0.059 2,-0.467-0.053-5,-23.421-0.847 7,-1.439-0.144-6,22.804 0.799 2,-0.347-0.021 0,-0.328-0.017-2,-0.310-0.013 4,-26.005-1.096-4,24.979 0.964 3,-0.265-0.030-1,-0.247-0.063-2,-27.289-1.347 5,-1.039-0.159-5,27.051 1.291 1,-0.127-0.021 0,-27.917-1.423 3,27.641 1.350-1,-0.041-0.035-2,-0.036-0.067-2,-0.027-0.057 6,-56.210-3.631-1,56.199 3.462-1,0.154-0.016 0,0.148-0.048 0,-26.983-1.985 0,27.512 1.844-1,0.191-0.053 0,0.215-0.043 4,-25.658-2.203-2,26.458 2.118-2,0.297-0.009 0,0.313-0.041 6,0.326-0.031-4,-23.530-2.321 1,24.561 2.271 1,-22.416-2.275-2,23.500 2.255 0,0.369-0.015 1,-21.070-2.345-3,1.342 0.031 13,1.492 0.081-11,1.591 0.123 0,19.939 2.254 3,0.405 0.043 0,-17.129-1.948-2,1.614 0.052 8,17.515 2.037-10,-15.142-1.881 5,-12.422-1.623 2,16.342 2.005-3,14.342 1.792-1,-12.160-1.501-2,-9.797-1.136 5,13.182 1.657 2,1.254 0.213-3,1.169 0.211-2,-7.531-0.659 4,10.174 1.168-3,-6.569-0.446 4,8.804 0.904-6,-5.860-0.273 2,-5.053-0.052 1,7.941 0.764-2,1.026 0.243 0,-4.615 0.086 0,0.819 0.291-1,0.328 0.222-1,0.148 0.152 2,-11.111 0.287-3,15.419-0.171 2,-0.039 0.278-3,-0.238 0.272 2,5.174-0.152-1,-0.059 0.160 2,-12.086 1.641-2,11.600-1.132 0,-11.976 1.526 0,11.732-1.388 2,-6.083 0.730-3,-6.142 0.974 1,12.043-1.477 1,-6.057 0.928 0,6.103-0.877-1,0.036-0.023 3,-11.927 1.562-4,6.303-0.973 4,0.348 0.191-2,-5.074 0.983-2,-3.658 0.780 4,2.672-0.373-2,2.230-0.325 1,4.139-0.672 0,3.938-0.658 0,-3.163 0.549 0,5.184-2.395 4,0.495 7.715 6,1.340-1.988-12,-1.247 0.522-1,-2.287 1.233 0,-2.882 1.173-1,2.526-1.611 0,-1.450 0.671 2,4.271-2.400 1,-0.782 0.380-3,-12.975 6.986 1,11.484-6.302 1,-7.096 3.719-2,-0.804 0.306 2,-0.626 0.298 0,6.719-3.498-2,-7.188 4.281 2,0.085 0.001 0,-7.016 4.115-1,-1.754 1.586 2,3.019-0.940 0,5.301-3.135 0,-1.321 1.046 0,4.364-2.467 2,4.180-2.373-2,3.754-2.138 2,-1.874 2.414 9,9.443 1.369-6,5.817 2.055 4,-2.621 3.131-11,-0.822-3.978 1,-0.850 1.984-1,-0.235-0.747 2,-0.240 1.659-3,0.258-2.703 1,-0.269 1.098 2,-0.141 1.209-1,-0.063 1.211 0,0.023 1.247-1,0.865-4.967 1,0.049 0.583 0,0.060 0.498 0,-0.626 7.592 0,0.812-6.544 0,0.083 0.304 0,0.085 0.249 0,-0.422 7.994-1,0.639-7.493 1,0.085 0.115 0,-0.280 8.094-1,0.481-7.876 1,-0.155 8.454 1,0.153 0.023-1,0.277-8.311 1,-0.089 7.928 1,0.221-8.186-1,-0.016 7.710-1,0.066-0.314 3,0.108-7.985-3,0.025 7.356 1,0.040-0.327-1,0.031-7.677 3,-0.100-0.206 0,-0.286 7.036-4,-0.154-7.272 4,-0.201-0.069-2,-0.731 7.323 0,0.375-7.215 1,-0.082-0.041 0,-0.057-0.050 0,-0.661 7.098 0,0.460-7.112-2,-0.120-0.015 1,-0.902 7.154-2,0.752-7.075 3,-0.014 0.012-1,0.008-0.005-1,0.027-0.020 2,-0.005-0.006-1,-0.112 0.115 0,-1.012 7.364-1,0.925-7.287 1,-1.803 14.484 1,1.900-14.552-3,-1.516 14.055 3,1.732-14.475 0,-0.575 6.496-1,-0.325 5.781-2,0.392-1.370 3,-0.027 4.701-2,0.835-7.376 3,0.302-1.322 1,0.386-5.962-2,0.130-0.630 1,0.020 8.067-1,-0.270-5.523 0,-0.385-1.073 1,-0.121-0.468-1,0.242-4.261 0,-0.651 6.720 0,0.111-0.762-1,-0.067 3.196 1,1.233-3.905-3,0.937 2.297 5,2.237 2.527-3,1.699-3.090 0,0.751-3.948 1,2.498 2.469-2,-0.390-2.948 0,0.637-0.304 1,-0.221-1.859 0,-0.428-2.104 0,0.043-0.138 0,0.932 0.543 1,3.335-0.449 5,-0.655-4.009-6,1.635-0.610 0,2.169 0.176 0,-3.265-2.004-1,1.137-0.168 0,5.101 0.099-1,-4.362-1.207 0,1.283-0.228 2,-2.862-0.331 0,0.931 0.165-1,6.186 0.550 0,-3.579-0.389-1,1.278-0.012 2,8.148 0.368-2,-11.820-0.877 0,0.536-0.037 3,0.603-0.040-2,0.965-0.054-2,0.666-0.045 2,8.877 0.237 0,-7.696-0.341-1,9.526 0.169 1,-8.142-0.293-1,0.297-0.032 0,0.530-0.052 3,0.292-0.039-2,0.137-0.027-1,0.425-0.043 0,20.854 0.113 0,-20.360-0.203 2,10.156 0.021-1,-10.220-0.078 0,-0.066 0.134 2,0.009 0.113-3,-0.079 0.092 1,10.191 0.372 3,-10.373-0.210-3,-0.254 0.035 0,-0.299 0.023 2,-0.333 0.012-2,-0.253 0.001 5,-0.303-0.005-6,-0.264-0.011 3,17.688 0.564-1,-18.479-0.627 1,16.722 0.466-1,-17.535-0.549 2,7.862 0.152 0,-0.441-0.059-1,-8.339-0.185-1,7.561 0.442 1,-8.019-0.154-2,7.537 0.444 4,-7.791-0.314-3,-0.108 0.025 1,-0.067 0.007-2,0.026 0.001 2,0.005-0.010 0,7.565 0.379-1,-7.362-0.438 0,0.117-0.033-1,0.237-0.037 2,0.172-0.040-2,0.114-0.042 2,0.061-0.032-1,0.198-0.055 0,0.260-0.043-1,0.182-0.043 1,0.113-0.042 0,0.065-0.041-2,0.021-0.029 2,0.130-0.047 0,0.204-0.036-1,0.126-0.033 1,0.211-0.031 0,0.139-0.028 0,0.065-0.027-1,0.153-0.024 1,0.074-0.022-1,0.006-0.020 2,8.918 0.001 0,-9.005 0.111-3,-0.058 0.084 3,0.001 0.124-3,-0.047 0.079 3,-0.096 0.062-2,17.323 0.664 1,-17.723-0.559 0,16.627 0.654 1,-17.255-0.646-1,-0.267-0.014 0,15.640 0.559-1,-16.339-0.626 2,-0.422 0.124 0,-0.267 0.071 0,-0.282 0.097-2,6.888 0.547 4,-7.429-0.439-3,-0.223 0.012-1,-0.201-0.001 3,6.446 0.454-1,-0.507-0.060-1,5.932 0.328 3,-6.927-0.547-4,-0.498-0.111 2,-6.284-0.394 0,11.513 0.471-1,-11.833-0.622 0,11.487 0.331 2,-5.848-0.329-3,0.159-0.090 2,0.010-0.082 1,-5.821-0.137-2,11.682 0.085-2,-11.576-0.167 3,0.020-0.022-1,0.033-0.020-2,6.002-0.002 3,-5.736-0.038-1,0.127-0.012-1,0.108-0.008 2,0.308-0.012-1,6.712-0.021-1,-6.057 0.005 1,7.008-0.024 0,-6.404 0.015 0,0.197-0.002 0,0.157-0.001-2,0.121 0.000 3,0.089 0.000-2,0.061 0.000 1,14.649-0.042-2,-7.256 0.027 0,-7.382 0.022 3,-0.109 0.002-2,6.898-0.013 1,-7.243 0.019 0,6.595-0.009 0,-7.064 0.016 1,-0.193 0.002-1,-0.169 0.002 0,6.226-0.005-2,12.311-0.006 6,-19.227 0.021-4,5.829-0.001 1,5.667-0.000 0,-6.337 0.006 0,-0.359 0.002-1,-5.914 0.001 0,5.361 0.001 0,-0.326 0.001 1,-0.317 0.000-1,-0.329 0.001 1,-0.330 0.000-2,-0.321 0.000 2,4.663 0.001 0,-5.055-0.001-1,4.709 0.001 1,4.178 0.001 0,-0.501 0.000-1,-0.771-0.001-1,-1.132-0.001 2,-0.984 0.000 0,-8.741-0.001 0,2.875 0.000-3,-1.027 0.000 4,4.909 0.000 0,4.234-0.001-3,-8.744 0.000 4,-0.203 0.000-1,5.637 0.000-3,-4.121 0.000 1,1.552 0.000 1,5.498 0.000-3,-10.456-0.153 1,0.486-0.292 0,0.802-0.279 1,9.710-0.770-1,-8.382 0.485-1,0.323-0.025 2,0.214 0.008-1,15.214-0.900 0,-9.962 0.788 0,-0.256-0.160 0,-0.085-0.464 2,-0.186-0.566-1,-4.824 0.186 0,4.878-1.000-1,-4.994 0.768 4,-0.194-0.305-4,4.586-1.089 1,-4.698 0.878 0,9.565-1.777 0,-4.580 0.633 0,4.475-1.102 0,-0.990 0.319-1,-5.803 1.322 2,-1.494 0.419-1,-1.584 0.444-1,0.669-0.449 2,-2.842-0.118 1,1.669-0.987-1,0.502-2.484 8,-3.103-0.648-8,-0.681 0.478-1,2.327-0.390 1,2.717-1.338-3,-1.119-1.033 1,-3.771 0.904 0,0.067-0.294 0,1.242-3.573-1,-4.146 3.150 1,0.130-0.524 2,-0.197-1.187 0,4.180-11.873-2,-4.456 4.757 0,-2.401 2.445 0,-0.062-4.739 0,-2.202 8.233 0,0.505-8.215-1,-1.522-6.449 2,-1.498 14.405 0,-0.386 0.771 1,-0.951-6.821 0,-0.702-1.912 1,0.940 8.975-1,-0.214-2.836 1,-0.966-2.432-1,0.462 5.122-3,-0.051-0.354 3,-0.417-3.909-1,0.256-1.080-1,0.243-0.226 0,0.684 2.866 1,0.219-0.296 0,0.388 3.600-1,-0.238-7.757 1,0.414 3.186-1,-0.016-8.395 1,0.253-0.666 0,0.213 12.229 0,0.027-4.468-2,0.048 3.947 3,0.022-0.202-1,0.031-4.844 0,0.018-0.513-2,-0.009 4.151 4,0.001-0.291-3,0.001-0.578 0,-0.001-0.313 1,0.017-5.686-1,0.011-5.992 0,-0.029 4.978 1,-0.023 5.370-1,0.252 0.171 0,0.064 5.633 1,0.395-5.593 1,0.148 0.078-3,0.092 0.158 2,0.382-5.247 1,-0.337 5.531-2,0.239 0.352 3,0.213 0.066-2,0.179-0.203-1,0.063-0.062 2,-0.004-0.066 0,1.038-11.273-2,-1.227 10.774 2,0.342-5.702-2,-1.019 11.115 0,0.297-5.708 2,-0.259 0.082-1,-0.427 0.023-1,-0.439-0.162 0,-0.366-5.856 2,-0.905-12.191-1,0.755 23.416 0,-0.583-11.279 0,-0.022 0.696-1,-1.175-4.096 2,-0.265 1.448-1,0.933 10.961-2,-0.509-3.534 5,0.351 3.164-2,0.129 1.019 0,-0.029-0.884 1,0.222 1.051-3,0.226 1.034 3,0.218 0.996 0,-0.405-8.354 0,0.682 4.576-1,0.339-1.168 1,0.286 2.701-2,0.119 2.212 0,0.069-1.460 1,0.030-0.517-1,0.012-1.368 0,0.000-2.173-1,-0.045 2.272 0,-0.035 1.754 1,-0.009-4.428 0,-0.022-3.459 0,-0.024 5.892 1,-0.009-1.498-1,-0.165 0.059 1,-0.623 3.002-2,-10.945 11.115 4,-0.460 0.796-1,-3.841-0.965-3,-1.578 0.364 0,3.727 0.662-3,-2.084 0.024 2,3.892 0.355 1,-1.507 0.031 0,-9.098-0.239-3,-23.457-0.471 0,1.713 0.269-3,5.067 0.257 4,6.618 0.226 0,6.948 0.187 1,6.513 0.146 0,5.661 0.109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0:53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9092.021 3265.712 767,'11.099'0.000'0,"4.311"0.000"-3,0.126 0.000 1,-2.998 0.000 0,1.401 0.000 1,0.366 0.000 1,-2.171 0.000 0,3.107 0.000 1,-1.938 0.000 0,-1.931 0.321-2,0.051 1.955 1,0.228 1.033 0,4.942 1.550-1,-0.882 2.773 0,2.729 2.158 1,-0.189-1.074-3,-3.916 1.753 3,-4.233-0.333 1,-1.753-1.684-1,0.077 3.091 4,0.023-1.473-3,1.926 1.480-1,-4.776-1.604 0,1.730 2.323-1,0.357-1.732 1,-1.745 1.672 1,-2.818 3.710-1,-0.951 3.149-1,1.185 1.788 0,-1.594-9.425 0,0.087 2.589-1,-0.516-1.602 1,-0.155 0.463-1,-0.165 0.075 2,-0.085 2.287 1,-0.196 0.915-1,-0.178 0.548-3,-0.152 0.269 4,-0.146-2.189-2,-0.085-0.559 0,-0.066-0.361 1,-0.053-0.205-1,-0.046 1.157 1,-0.034-0.809 2,-0.032 2.791-1,-0.003-3.588-1,0.003-2.004 1,0.487 12.499 2,0.932-10.641-4,0.234-1.184 1,0.157 0.268 1,0.422 1.588-3,-0.056-1.645 1,1.678 5.916 2,0.615-4.897 0,6.914-12.605 1,2.907 0.565 3,-2.239 2.191-5,2.768 1.038-2,-3.894-0.861 1,-0.479 1.243 1,-11.911 6.358 1,-11.742 0.453 2,-1.312-0.529-5,5.912-4.121 1,-7.481 6.549-3,6.356-3.824 3,1.843-0.911 1,-0.413 0.846 0,-0.706 0.929 1,-0.383 0.454-1,-0.143 0.104-2,0.476-0.138 1,0.865-0.293 0,-1.618 3.996 0,2.344-2.405 2,-0.847 2.134 1,1.886-1.654 0,-0.484 3.141-4,1.197-0.536 2,1.431-3.448 0,0.071-0.714-1,-2.509 7.038 0,-0.572 1.982 5,2.871-7.546-3,0.480-0.404-1,-2.067 5.825-1,-0.104 0.571 1,2.384-6.356 0,-2.904 8.408-1,3.458-9.591 2,0.245 0.192-1,0.315-0.037 0,0.109 1.143-2,0.454-0.457 1,0.431-0.089 0,0.393 0.161 2,-0.272 0.583 1,-0.521-1.395-1,-2.027 5.590-2,0.534-4.396 3,-1.068-0.909 0,-7.400-3.507 1,0.039-1.848-4,2.091-0.411 1,0.184 1.933 0,-0.495 0.030-2,-2.668 0.648 1,0.054-0.501 2,-0.440-1.137-1,-0.258 0.127-2,-0.565-0.652 0,-1.357-1.071 4,-1.971-1.335-2,-0.405-1.601 0,0.685-1.230 0,4.184-0.762 1,1.407-0.732-1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0:54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9861.021 3913.712 767,'3.654'-11.234'0,"8.970"8.481"-4,-1.567 1.839 3,4.519 0.418-1,-1.233 0.504 2,2.931-1.171 2,-2.573-1.589-4,5.376-0.345 0,-5.168 1.026 1,2.135-0.554 0,2.694-0.217-1,2.909 0.022 0,2.624 0.166-1,-2.501 0.785 1,6.519-0.015-1,2.735 0.267 0,17.515-0.101 4,3.590 0.457-9,0.258 0.326 2,-10.084 0.430 4,-24.331 0.307 1,13.978-0.037-2,-0.195 0.083 1,4.382 0.065 11,-0.523 0.066-11,-0.686 0.049 4,-0.766 0.032 1,-1.144 0.021-7,-1.356 0.011 3,7.019 0.038 2,-6.100-0.006 0,-6.543-0.017 0,-6.250-0.017 0,-5.532-0.020 1,2.364 0.020 3,-5.309 8.995 12,2.648 2.773-11,-4.680-3.944-8,4.075 3.378 0,1.140 1.309-1,-1.940-1.589 0,1.128 0.742 2,3.761 3.650 0,-0.673 0.592 0,-5.193-4.220 0,-0.132 0.252 1,4.049 5.117-1,-1.175 0.174 2,-0.686-0.892-1,-3.856-3.875 0,0.610 0.373 1,-3.131-3.358-1,-0.142 0.505 3,-1.279-0.622-2,2.350 5.747 2,-3.122-2.146-2,-0.413-2.998 0,4.161 0.683 2,-2.906-1.296-2,-2.144 1.677-1,1.306 2.258 0,-0.033 2.524 0,-2.869 1.157-2,-1.098 3.140 1,-1.295-7.655 0,-0.342-1.384 0,-0.129 1.218 1,-0.107 1.368 0,-0.084 1.387 1,-0.065 1.334-4,-0.056 3.174 1,-0.042 0.477 0,-0.472 0.465 1,-0.734 0.429-1,-0.911 5.279 1,-0.187 0.076 1,-0.204-5.360-1,0.208-4.661 1,-0.853 5.108 0,0.068 0.357-1,1.150-7.541 3,0.135-0.392 1,-0.345 4.131-5,0.718-4.979 0,0.170-0.518 2,-0.403 7.389-1,0.345 0.194 4,0.433-2.160 1,-0.536-0.264-4,-0.730-1.143 2,-0.242 0.564 0,-0.666 0.811-1,-0.779 0.227-2,1.529-7.338 1,0.060 0.313-1,-1.331 8.085 0,0.565-0.194 1,0.081-2.822 0,0.339-3.158-1,-1.272 6.046 2,0.952-3.279 0,-0.722-1.137-1,-0.192-0.701-2,-1.298 1.848 4,-1.470 1.436 0,2.426-6.506-1,-2.881 8.391-2,1.626-2.297 1,1.890-3.280 1,4.073-2.113 1,-1.510 0.431 1,-2.521 2.428-2,0.193-0.097-4,0.547-0.193 2,-0.057-2.276 0,-2.825 3.460-1,0.726-2.881 5,1.096 2.220-2,-1.333 3.137 1,0.269 0.743-4,1.405 0.316 0,-0.007-1.055 1,-1.330-2.420 2,-0.157-4.418-1,-2.972-1.610 1,-4.008-9.504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0:55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10781.021 5029.712 767,'0.000'11.031'0,"2.705"6.801"-3,0.347-4.903 1,0.576 1.434 0,0.212 2.918-1,0.957 2.804 0,0.260 1.420 1,0.898 1.609 2,-2.333-9.290-2,-0.058-0.201 1,0.941 5.031 0,0.519 4.941 1,0.345-1.561-1,-0.175-0.411 1,-1.511-6.855 1,0.190-0.267-1,0.557 1.834 2,-0.440-2.491-1,0.210-0.563-1,1.813 4.957-1,-1.479-4.431 0,-0.413-0.832 2,-0.102 0.547 0,-0.656-1.087-1,-0.197-1.476 2,3.956 7.055-1,-0.468-6.874 3,3.061-5.054-3,6.932-10.674 1,-2.163-1.066-1,4.569-3.968-5,4.675-4.233 1,5.662-5.004-1,2.563-4.022-1,10.870-7.557-1,-4.363 1.962 2,4.577-3.839-1,1.681-1.895 8,-13.402 10.362-9,-0.018 0.394 7,-22.449 16.802-2,17.080-13.131-3,-0.771 0.249 1,16.569-12.556 1,-17.220 13.353 4,-0.901 0.697-3,22.288-15.388 10,-23.989 17.697-12,-1.144 0.635 9,4.700-3.787-11,-2.427 1.422 6,-7.142 5.198 6,-1.307 0.780-7,6.775-5.944-1,-4.491 3.208 4,-4.174 3.161 1,-3.630 2.871-1,0.717-1.294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0:56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7493.021 6296.712 767,'-14.395'0.000'0,"-6.309"0.000"-6,6.807 0.000 4,0.712 0.000 0,-6.931 0.000 1,1.170 0.000-2,-6.614 0.353 1,-3.723 0.590-1,0.504 0.439 0,-3.505 0.637 1,-8.282 0.817-5,-2.469 0.242 3,-12.935 1.497-1,9.317 0.293 1,0.447 0.881 0,1.788 0.710 1,33.480-4.832 2,-25.874 4.152 0,1.619-0.145 10,-3.202 1.104-15,1.694 0.603 1,6.007-0.314 9,1.339 0.741 12,-7.219 3.566-20,0.736 1.128 4,20.270-6.799 1,-15.316 7.155 0,-0.298 1.471 1,-3.454 3.856-3,7.673-1.773 0,-10.744 11.428 7,2.194 3.535-12,2.642 1.630 10,9.673-5.473-10,3.006 0.360 1,3.091 0.004 5,3.362-0.249 0,3.394-0.419 6,3.063 6.105-6,6.874-7.586 1,4.409 2.018 3,2.784-6.769-2,4.924 2.269 3,3.678-0.905-4,0.608-3.547-4,2.400-0.702 5,12.989 7.550-5,3.755 0.199 0,-0.979-2.677 1,2.361-0.103 0,-2.375-2.617 0,1.735 0.081-1,6.590 2.755 0,1.576 0.085 1,4.694 2.979 1,-9.625-4.750 0,-29.404-16.226 0,24.517 13.207 0,0.296-0.251 0,10.885 5.646 9,0.696 0.673-11,-10.813-5.544 1,-0.887-0.201 8,3.490 1.965-12,-1.743-1.151 4,1.552 1.525 0,-11.226-5.658 0,-2.729-0.891 5,-2.899-0.924 1,4.425 4.790-1,-6.452-3.162 12,-5.562-3.149-17,-4.538-2.870 6,-0.920 2.470 2,-14.057-1.124-1,-6.699 4.631-3,2.775-3.957-1,-0.863 0.101 1,-6.541 5.929-4,1.064-1.873-1,-10.912 9.403 0,2.246-2.818-2,12.306-10.996 3,-7.925 6.383-2,-1.084 0.736 4,-9.188 6.948-6,-1.298 0.141 7,-0.104-1.093-7,0.748-1.922 11,1.298-2.065-10,1.629-2.071 1,2.161-2.332 2,2.443-2.406 1,-3.106 0.405 6,5.649-3.790 1,5.380-3.180-3,4.756-2.533 15,-0.439-0.888-26,22.946-9.379 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0:57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7976.021 7277.712 767,'-11.569'-3.158'0,"-2.045"-6.873"-5,2.963 3.422 4,-1.385 0.837 0,-0.146 2.636-1,1.705 8.714 3,5.065 7.497 1,1.232 16.191-3,2.524-12.402-2,0.085 2.603 0,0.119 2.056 0,0.142 1.574-1,0.612-9.610 4,-0.235 7.340-3,0.116 0.314 0,-0.158 12.129 0,0.229 1.334 0,0.557-7.850 2,0.569-0.545 2,0.947 2.684 0,0.926-1.411-3,0.413-4.924 1,0.693-1.658-1,0.687-1.994 3,0.655-2.172 2,-0.435-3.831-1,0.072-1.271-1,6.067 7.864 3,-1.470-7.604 0,-0.599-3.381 3,5.426 0.718-5,-0.526-6.763-1,-2.462-13.494-2,1.755-6.529 3,2.773-3.314-1,-2.948 3.897-6,1.344-2.241 2,11.811-20.256-2,-16.908 25.625 3,10.063-16.828-2,-4.388 6.384 1,0.037-1.358 0,2.180-6.440 1,-0.477-2.102 2,5.136-18.445-1,-17.098 41.866 0,13.390-47.242-5,-8.090 22.974 3,-1.122-0.060 1,-1.097 0.685 0,-1.049 1.250 7,-0.325-3.268-7,-1.210 2.735 1,-0.137-9.287 1,-1.843 8.156-2,-1.358 7.984 2,-0.944 7.231 6,-0.609 6.183 12,-1.210 0.537-25,-2.585 23.883 12,3.950 4.504 6,1.429 2.545-4,-0.285-6.064-5,0.129 2.267-3,0.073 2.407-1,-0.335-4.967 0,2.282 17.149-2,0.514-0.501 0,0.815 2.651 0,1.465 6.418 0,-0.481-7.715 2,2.647 11.045 1,-1.346-9.489-3,7.291 33.597-3,-4.996-21.417 7,-1.660-6.792-1,-0.666-2.070-4,1.577 10.265 8,-1.660-7.510 2,-1.563-7.750-9,-1.378-7.289 6,-1.154-6.427 17,-0.033 0.786-31,-0.892-28.917 21,4.273-0.273 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0:58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8534.021 7261.712 767,'8.517'9.085'0,"-4.677"2.814"-4,-0.590 2.523 3,-0.398 4.885-2,-1.204-6.069 1,-0.093 1.754 0,0.313 8.858 0,-0.233 3.038-2,-0.546-5.623 2,-0.135 0.896-1,0.268 17.375-1,-0.605-15.865 2,-0.108-0.270 0,-0.098-0.435 1,-0.087-0.552 0,-0.079-0.827 0,-0.068-1.023 0,-0.038 7.988 1,-0.100-3.585 2,-0.068-3.767-1,-0.044-3.654 1,-0.026-3.350 0,-0.172-3.011 1,-1.080 3.051 2,-10.483-8.141 8,1.790-18.742-11,5.438 2.005-3,0.905-3.435-1,0.778-1.084 0,0.341-2.663 0,1.814-14.811-3,1.398 11.260 4,1.236-1.847-2,2.963-11.343-1,2.148-3.056 0,5.826-12.317-1,-4.108 20.230 3,0.974 0.589-1,0.904 0.640 1,0.827 0.658-1,8.562-16.170-1,-3.478 11.140 4,0.647 2.507 4,4.850-2.561-3,4.816-3.024 0,-11.394 17.099 6,-0.519 2.056-7,6.700-5.099 2,-6.595 7.736 9,-0.070 1.117-14,6.292-2.913 4,-1.504 3.001 1,-2.292 2.996-2,-2.626 2.771 0,-2.646 2.425 0,5.043 0.925 4,-4.153 6.670-3,-8.371 10.247 1,-1.669 2.690 2,0.403 6.821-2,-0.850-3.757-4,0.034 2.953-2,1.629 24.209-1,-2.257-20.320 2,-0.156 2.031 0,0.067 7.144-1,-0.241 1.979 0,0.287 20.001 2,-0.850-15.090-4,-0.203 0.265 3,-0.009 18.631-1,-0.447-25.530 2,-0.096-1.726 6,-0.334 2.792-5,-0.556-3.111-4,-1.282 9.714 4,-0.419-9.150 4,-0.055-8.648 1,0.172-7.586 5,0.293-6.278-5,-3.057-27.298 12,4.822-9.541-13,0.093 2.031 0,0.569-0.480-5,0.944-3.073-2,3.691-26.602-2,-0.345 15.708-22,3.900-14.742 30,3.094-1.426 7,2.287 1.979-8,-5.297 22.369-5,0.240 1.528 7,0.148 1.556-7,0.069 1.532 3,1.829-1.942 0,0.350 2.418 2,6.094-6.648 6,-6.835 14.646-5,-0.259 1.512 0,-0.281 1.593 0,-0.292 1.613 0,-0.492 1.388 0,-0.633 1.173-1,4.354-3.490 5,-2.220 3.245-5,-2.139 2.813 6,3.305-0.544-6,-0.182 6.932 1,-7.222 14.376-2,0.034 6.217 0,-1.740-3.382 0,-0.028 3.394 0,-1.285-7.803-2,2.106 19.663-3,-0.839-4.852 1,0.001 2.915 0,-0.079 2.501 1,-0.136 2.108-1,1.302 29.482 1,-3.219-51.183 1,1.323 26.078-3,-0.230-0.094 0,-1.272-25.950 4,1.382 38.971-4,-0.711-13.974 2,-0.203-1.600 2,-0.386-1.818 1,-0.520-1.941 0,-0.412-2.185 7,-0.315-2.316-10,-1.258 14.615 10,-0.308-9.169-9,0.002-8.628 10,0.192-7.535 13,0.290-6.200-29,-2.427-25.370 19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0:59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9559.021 7533.712 767,'11.104'0.000'0,"4.440"-3.692"-4,-0.099-0.765 2,3.851-1.280 0,-6.840 2.563 0,1.461 0.257 0,0.982 0.295 1,-2.739 0.865 1,2.291-0.291-1,0.444-0.287 0,2.586-0.365 0,-3.224 0.633 2,2.580-0.510-3,0.299-0.385 2,0.468-0.488-1,0.562-0.538 3,5.523-2.444-6,0.579-1.594 4,0.584-0.616-1,-4.265 1.220 0,0.503-0.642 0,0.423-0.786 0,-0.005-0.847 4,-0.311-0.855-4,-0.513-0.464-3,-0.634-0.164 3,-0.311-0.298 1,-0.069-0.377 0,-0.623-0.064 0,-0.986 0.162 1,7.623-5.803 0,-9.856 5.832-1,0.668-1.486-1,-4.726 3.324 3,2.494-2.208 2,-0.545 0.689-3,-0.767 0.291-4,-3.455 3.007 8,0.808-1.011-5,-0.523-0.171 0,-0.833-0.744 2,-1.015-1.118 0,0.270-3.578-3,-1.701 0.212 0,-1.567 0.835 1,-1.395 1.186-1,0.244-11.559 1,-2.700 9.586 3,-0.520 0.011 0,-0.386 0.424-6,-0.955-1.190 1,-1.341 3.904 1,-1.543 0.746 0,-1.634 0.677 2,-6.705-6.149 3,-1.384 3.977-5,2.598 5.252 1,0.728 1.620 0,-0.370 0.761-1,-2.090 0.318 1,-0.570 0.872 1,-10.959-0.958-4,1.588 0.860 4,4.282 0.848-2,0.772 0.310 2,4.540 0.693-1,0.697 0.208-2,-0.838 0.080 0,0.901 0.245 0,-2.611 0.396 5,3.375 1.001 0,0.098 0.884-1,-0.105 0.921-1,0.081 1.257 1,0.213 1.438-4,-1.427 2.064 1,-0.180 1.010 1,-0.644 0.637-1,2.225-1.054 1,-7.792 7.072-1,-0.537 2.392 0,3.127-1.808 1,-0.641 1.307-4,-2.277 2.815 2,-2.203 5.046 0,4.780-3.589 1,3.805-3.611 0,-1.726 5.935 3,4.810-6.998 2,0.145-0.352-5,0.454-0.292 2,0.669-0.237-2,-3.087 7.452 1,2.784-3.808-1,0.337 0.200 1,-1.223 5.952 2,1.496 1.229-1,2.887-7.733-4,0.246 0.258 2,-2.609 15.389 4,1.269-4.068-6,2.684-12.156 3,0.205-0.155-1,-0.234 2.719 1,0.392-0.369 2,0.411-0.735-5,0.415-0.980 2,-0.779 12.970 2,1.386-5.905-1,0.991-6.124 1,0.716-1.167 4,0.752-1.221-4,0.342-5.194-2,1.089 2.461-1,2.857 6.520 4,0.573-3.627-2,2.077 2.555 7,1.476-1.903-8,1.470-2.096-2,2.127-1.358 3,-4.089-6.403 1,0.531-0.211 1,4.570 3.388-2,-3.452-3.383-1,0.558-0.040 0,-1.309-1.133 1,0.124 0.003-1,0.042-0.173 2,-0.021-0.307-1,3.055 1.324-1,-0.329-0.858 0,2.901 0.203 0,3.777-0.400 3,-2.086-2.361-1,4.053 0.135 2,-0.098-0.262-3,-6.638-1.569-2,-3.073-0.775 3,9.633 0.584-4,-5.458-0.861 4,0.833-0.209 0,9.269 0.057-3,-6.706-0.503 0,1.090-0.147 1,16.331-2.363-2,-23.900 0.939 2,14.522-2.467 1,1.440-1.205-2,0.783-0.993 0,0.527-0.702 3,-6.789 0.899 1,0.339-0.473-5,0.054-0.215 0,-0.171-0.005 1,-0.543-0.042 0,-0.818-0.069 3,-0.804-0.088 2,-0.767-0.100-6,-0.933-0.120 2,-1.037-0.134 0,-0.891-0.127 1,-0.757-0.118 2,-1.025-0.110 2,-1.209-0.097-3,0.551-1.034 0,-1.876 0.409 1,2.812-3.074 0,-4.236 1.866-2,1.359-3.283 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1:01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12666.021 5874.712 767,'0.000'12.041'0,"0.000"9.978"-6,0.000 0.524 3,0.000 11.463 0,0.000-21.931 1,0.000 8.355-1,0.000 20.057-4,0.000 5.557 3,0.000 3.448 1,0.000-6.763 2,0.000-3.897-4,0.000 1.302 2,0.000-28.658 3,0.000 36.837-1,0.199-11.000 0,0.349 1.246-4,0.259 0.964 5,0.182 0.713-3,-0.646-26.836 2,1.646 58.961 6,-0.582-21.268-11,-0.040-0.141 1,-0.983-36.510 4,1.038 43.775-2,-0.439-14.913 3,-0.091-0.420 8,0.018 6.504-15,-0.130-0.911 4,-0.567-34.780 3,0.476 41.736 13,-0.469-7.223-19,-0.566-0.606 4,-0.450-7.601 1,-0.572-0.893 2,-0.410-0.927 9,-0.275-0.932-11,-0.831 5.224-4,-0.534-0.916 3,-3.131 16.666 3,2.211-24.288 2,-0.405-0.875-1,-1.051 4.468-1,0.013-1.053-1,-1.304 3.762 1,1.330-11.429 3,-4.013 18.162-4,0.429 0.078 0,3.283-14.950 2,0.576-0.969 4,0.360-1.309-1,0.182-1.512-9,-2.673 16.897 2,4.201-24.230 2,0.346-1.433 1,-2.167 9.647 0,2.202-13.031 2,0.165-1.291 1,-0.195 0.834-2,0.320-1.525 0,-0.483 3.807 2,0.081 1.302 0,1.235-7.230-2,-2.183 8.152 1,1.140-8.316-2,0.250-0.105-1,0.407 0.898 1,-0.768 2.423 0,-0.340 1.277-2,0.090 0.706 0,1.078-4.952 0,-3.393 15.749-1,3.427-16.951 2,0.060-0.010 0,-0.485 1.686 0,-0.272-0.284-1,-2.202 7.942-2,0.764-4.036 2,0.521-2.588 3,0.647-2.881-2,-1.209 2.602 6,1.323-24.721-4,3.237-22.821-1,-0.084 6.410-6,-0.025 3.217 2,-0.005-3.858-1,-0.004-3.480 0,-0.004-3.088-1,-0.044 23.105 3,0.051-41.699-6,-0.054 40.017 7,0.000-0.151 0,0.048-65.090-7,-0.032 30.027 2,-0.004-1.080 1,-0.006-0.718 2,-0.004-0.417 8,-0.005-0.180-12,-0.003 0.007 10,-0.002-8.294-11,-0.003 0.694 3,-0.203 9.125 4,-0.350 0.684 1,-0.459 0.839 0,-0.533 0.939 1,-0.775 0.794 0,-0.943 0.658 0,-1.702-6.908 0,-0.960 0.788 2,4.187 37.180-3,-8.860-58.316 4,8.455 58.553-4,-8.812-58.061 1,8.785 58.140-1,-6.721-43.504 0,2.367 14.388 0,0.285-0.307 11,0.391-0.277-10,0.459-0.239-2,-0.192-14.799 5,2.110 0.964-11,2.703 43.708 5,0.143 0.159 1,1.993-56.649-4,2.904 16.944 4,0.091 15.415 1,0.793 1.924 0,-3.387 24.637 1,10.428-43.851 6,-4.026 24.340 0,0.863 2.015-10,2.374-2.239 5,0.507 2.602 3,5.741-8.654 3,-4.960 13.999-10,0.280 2.245 3,6.140-5.389 2,-7.824 12.160-1,-0.238 1.287 5,1.460-0.653-9,-0.466 1.426 3,3.749-2.507 2,-1.887 2.808 0,-2.048 2.526-2,-2.000 2.157 0,4.647-2.789 1,-2.392 3.879 0,4.295 2.664 9,-4.641 1.692-12,2.792 0.128-1,-2.525 0.852 0,0.960 0.295 0,1.867 0.119 1,11.512-0.120-1,-6.442 0.407 1,1.193 0.104-1,18.455-0.097-3,-4.408 0.279 2,-10.466 0.146 1,0.004 0.048 1,-3.986 0.043-1,-0.707 0.025 6,20.624 0.038-8,-20.680 0.209 5,-0.692 0.358-2,19.997 3.632 4,-16.495-0.102 2,-0.463 1.395-9,16.049 10.430 7,-6.006 3.195-6,-10.247-3.816 0,-0.661 1.969 6,14.066 18.675-6,-18.553-16.336 0,-0.821 0.922 2,13.452 25.215-1,-15.897-21.683 1,-0.871 0.770 4,-1.023 0.743-7,-1.115 0.698 2,-1.158 0.646 2,-1.160 0.587 4,-1.130 0.342-8,-1.080 0.138 2,-1.010 0.161 2,-0.927 0.176-1,-0.841-0.018 1,-0.747-0.168 0,-1.283 4.309 0,-2.168-0.645 0,-6.558 22.851 1,1.757-27.928-1,-1.354-0.829 1,-14.235 25.730 0,8.369-26.503 3,-1.518-0.820-4,-4.845 3.131-4,-2.496-0.849 6,-23.323 18.141-3,-2.021-9.368-2,17.145-15.116 2,-1.514-0.897-1,-1.160-0.621 0,-0.856-0.386 6,-6.631 1.983-11,-0.700-1.538 5,29.186-13.530 1,-48.041 19.339-1,24.816-10.678 0,1.486-0.813 1,22.385-8.853 1,-39.802 14.195 0,22.330-8.529 1,2.155-1.162 12,-13.119 3.321-18,8.040-3.193 6,7.595-2.660 11,6.675-2.108-11,5.541-1.591 7,0.535-0.502-7,21.389 1.723 1,-0.981 8.065 1,7.128 4.174-1,-0.871-1.747 0,4.196 3.323 0,9.752 10.312-7,-0.838 0.356-1,3.468 4.681 0,2.741 4.278 0,7.888 10.342 5,2.947 5.070-10,-4.621-3.498 2,-0.544 1.479 4,-30.612-37.982 4,24.507 31.995-2,-0.917 0.113-1,-24.198-32.019 3,22.629 31.988-3,-0.840 0.200 1,2.524 5.929 7,-2.621-1.304 13,0.122 3.406-25,-3.967-3.696 18,-6.441-9.056-16,-3.409-3.740 2,-1.483-0.542 8,-2.984-5.137 2,-1.382-1.379 1,-3.482-7.253 2,-2.827-6.337 4,-0.664 1.214-10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1:01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13752.021 7322.712 767,'13.967'0.000'0,"1.133"0.699"-5,5.165 2.153 2,-9.300-0.746 1,6.437 2.666 0,-1.697 0.481 1,3.282 1.832-1,0.684 0.821 0,-2.394-0.814 1,-0.609-0.288 1,1.698 0.540-3,-4.561-1.724 1,1.262 0.483 2,-0.864-0.515 0,-2.217-1.181 4,-0.221-0.521-1,1.616-0.135-4,0.030-0.668 1,4.056-0.754 2,0.822-1.699-2,-0.924-2.024 0,-2.725-1.695 0,5.824-4.089-2,1.230-3.080 1,-4.289 0.847 4,0.581-1.271-7,2.999-2.997 1,0.021-1.131 0,4.176-5.599 1,-6.305 2.312 0,-1.683-0.883 2,-2.008-0.439-1,-0.363-3.168 4,-5.303 4.157-1,-0.694-4.244-5,-1.877-1.868 2,-1.665-1.235 7,-1.433-0.724-6,-1.580-0.327-4,-1.609-0.029 2,-1.853-2.229 1,-1.686 2.051 0,-2.722-6.930 1,0.180 10.121 0,0.015 4.567 1,0.343 4.411 2,0.514 3.954 2,-2.815-1.524-1,-3.950 9.397-5,-0.708 6.220 10,-5.501-1.541-4,-3.268 0.419-8,9.071-0.109 2,-1.625 0.755 0,0.722 0.246 0,-0.793 0.601 0,-4.461 1.993-2,0.195 0.778 2,-8.273 5.632-2,7.113-1.733 2,4.040-1.581 1,-0.115 0.745 1,-3.963 4.388 1,0.881 1.672-6,-1.466 2.491 1,4.596-2.883 3,2.197-1.306 0,0.170 0.745 0,-1.031 2.824-1,1.176 0.426 6,-1.424 5.813-9,1.528 1.355 3,2.300-1.007 1,0.872 1.844 1,0.686 1.499-2,0.516 1.179 0,0.008 4.294-1,2.484-5.315 1,0.347 4.484 0,0.990 0.602 0,0.910 0.706 7,0.803 0.735-11,0.682-0.157 1,0.559-0.747 4,0.628-0.690 0,0.893-7.606-1,1.734 10.458 1,1.385-0.470 2,0.625-1.754 6,0.093-2.446-13,-0.206-5.808 4,0.576-1.438 0,0.695-1.153 2,0.850-0.430 3,0.514-1.263-3,0.397-0.732-1,0.292-0.326 0,0.234-0.482 2,0.181-0.558 2,2.558 3.214-4,0.911-1.102-1,-1.456-4.904 2,0.709-1.253 0,1.539 0.042-1,-0.099-1.491-1,-2.643-3.783 2,-0.263-1.293 0,1.079-0.357 0,7.556 2.542 1,-4.458-5.206 1,3.776-2.616-1,0.370-2.509 1,-0.762-0.898-4,-2.404-0.419 0,-1.211-0.229 0,14.188-3.658-3,-5.233 0.454 2,1.355-0.475-1,20.238-5.191-1,-10.147 2.324-1,-5.122 1.196 4,-5.643 1.380-2,-5.444 1.364 1,-4.829 1.231 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1:02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15185.021 7020.712 767,'-11.241'0.000'0,"0.052"0.000"-4,-2.764-1.105 4,1.691-3.120 0,1.584 0.701-2,-4.667-0.418 1,1.372 1.900 1,-0.570 7.421 1,7.076 7.706 1,1.916 1.821-5,-0.792 8.946 1,3.034-9.717 0,0.049 1.441 0,-2.778 24.390-3,2.866-13.344 4,0.342 1.888-4,-1.111 26.462 0,1.012 5.235 1,1.998 4.194-3,1.044-31.679 7,0.315 0.076 2,0.237-0.213-7,0.168-0.435 8,0.289 4.277-8,0.069-1.583 8,1.266 12.807-9,0.328-12.059 7,0.582-2.799 0,0.492-3.051 1,3.266 10.210 9,-1.971-16.453-11,-0.078-2.645-1,2.901 5.133 6,-0.669-6.745 3,-1.360-5.381-7,0.253-1.058 2,-0.912-2.549-1,1.519 2.526-3,0.798 2.997-2,-2.536-5.318 3,3.967 7.144 6,-0.960-3.137-6,-1.501-3.409 0,5.877 7.840 2,-5.879-9.941-1,4.895 4.822-1,-2.579-5.332 0,3.142-2.580-2,1.987-18.758 10,-9.947 2.181-9,0.067-0.728-1,0.597-2.871 0,0.343-2.882-1,6.489-29.411-2,1.366-14.074-4,-4.247 11.875 2,1.446-22.933 4,-2.094 9.796-7,1.342-21.580 5,-1.120-1.067-4,-6.661 67.847 8,3.937-50.374-3,-0.875 0.933 0,-1.638 18.075 3,-0.454 1.880 0,0.108-12.732 1,-1.041 16.764 10,-0.335 2.097-8,-0.187-4.080-7,-0.343 2.457 8,-0.575 30.028-2,0.239-43.910 5,-0.311 2.171-1,-0.207 16.809-3,-0.094 0.123 0,-0.021 5.255 8,-0.032-0.134-13,-0.099-10.762 5,0.074 9.930-6,-0.867-22.938 0,0.092 21.798 3,-0.172 0.248 1,-0.530-10.217 5,0.383 11.826-7,-1.277-28.211 1,0.649 14.525-3,0.726 16.215 4,0.146 2.765 4,-0.089-3.215-2,0.246 5.003 5,0.222 4.679-7,0.196 4.174 7,0.164 3.572-4,0.003-3.724 3,0.868 30.201 8,-0.473 3.829-14,-0.027-6.940-3,-0.002 2.424 2,0.002 18.567-3,1.099 14.195-3,-0.019-15.637 2,0.502 2.928 1,-1.019-22.373 3,0.034 0.196 0,3.171 58.133-6,0.206 9.965-4,-2.414-47.610 8,1.405 34.362-2,-0.688-16.113 0,0.182 0.476 10,1.857 34.529-17,-3.464-68.530 11,3.197 67.468-4,-1.098-18.062 12,0.203 12.578-12,-1.471-33.966 2,-0.206-2.488 11,-1.013-28.576 1,-0.020-0.271-7,1.704 36.789-8,-0.453-15.107 5,0.022-2.509 3,1.070 15.061 5,-1.012-21.952-4,0.237-2.902 7,2.157 9.623-8,-0.108-8.871 1,-0.434-7.476 2,1.822-0.203 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1:03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15773.021 6839.712 767,'0.000'11.920'0,"0.000"10.631"-6,0.000 1.002 3,0.000 5.027 0,0.000 0.577-1,0.000-5.088 0,0.000 1.883 0,0.000-8.199 3,0.000 23.321 0,0.707 4.590-6,0.910 17.651 1,-0.309-24.574 2,0.444 0.557 3,-1.135-26.222 5,3.200 54.120-13,-1.262-27.432 6,0.339-0.681 1,0.589-1.370 0,0.765-1.876 1,1.371 3.490 0,0.293-2.464 8,-0.840-7.398-8,-0.131-2.254-1,3.751 12.332 3,-1.725-11.916 4,-0.085-3.919 2,-0.147-3.673-5,-1.923-6.612 5,-0.314-1.216-1,1.875 3.230-3,-0.185-2.862 1,0.634-0.505-1,-1.054-2.355 0,2.824 3.027 2,1.148-4.853-4,2.967-16.011 1,-1.645-12.179-3,-6.177 10.076-1,0.846-2.072 0,0.710-1.895 0,0.586-1.706 0,10.128-24.360-4,0.218-1.197 1,-5.869 13.493 2,0.470-1.792 0,0.054-1.411 1,-0.280-1.075 1,-0.330-0.798-5,-0.364-0.556 7,-0.378-0.343-6,-0.381-0.163 0,3.859-17.572 1,-1.712 0.463 4,-9.772 39.951 0,-0.094 0.103 0,7.910-43.636 1,-2.302 2.456 0,-0.905-6.870-1,-3.281 14.428 11,-1.887 16.075-10,-0.589 2.741-2,-0.360-6.208 8,-0.754 4.300-8,-0.545 6.296 5,-0.325 5.764 2,-0.837-1.848 0,-1.629 29.271-1,2.955-0.430-2,0.001 4.570 0,-0.009 3.036-3,-0.001 9.859-5,-0.012-16.464 4,0.011 31.991-4,2.276 0.798 0,0.215-11.549 0,0.855 1.600 1,2.501 19.367 3,-1.099-15.832-5,0.866 0.054 3,-3.942-27.603 2,0.069-0.009 1,4.252 22.236-2,0.613-0.102 0,4.168 11.507 0,-2.002-11.562 3,0.514-0.595-1,6.631 20.178 3,-4.950-17.894-2,-0.252-2.549-5,-1.956-6.660 5,-0.565-2.091 0,-0.461-2.261-1,-0.368-2.336 0,3.816 6.710 4,-1.761-6.035 1,-1.837-5.176 2,-1.751-4.233 0,1.425 1.047 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1:04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16724.021 6990.712 767,'-2.127'-12.205'0,"-9.204"9.441"-3,-0.717 9.272 1,-2.070 7.592 0,4.909-1.295 0,-0.425 2.863 0,-0.671 3.138-1,1.795-1.202 1,0.028 2.275 0,0.324 2.084-1,-1.442 9.779 1,1.172 2.712 1,1.961-2.236-4,1.034 1.383 1,0.575 4.366 2,1.140-1.229 0,1.577-12.868 1,0.499-0.769-1,0.599 14.565 2,1.396-8.298 0,1.354-0.450 4,1.592-0.271 5,0.976-1.164-8,0.495-1.749-3,0.480-1.750-2,0.449-1.668 4,1.951 1.611 0,-0.386-6.166 0,2.111 1.388 7,0.674-1.369-5,3.336 3.575 2,-2.653-4.842-5,3.430 2.912-3,-2.023-5.048 6,3.437 1.988 1,-0.338-1.681-4,-3.550-4.318 5,-0.555-1.471-6,0.673-0.267 0,-0.741-0.970 2,0.779-0.039 2,-1.759-1.648 2,4.958 1.614-2,-2.117-3.671 0,-1.611-4.484 1,2.487-3.629 0,7.161-7.131-7,-5.592 1.674 1,4.049-4.382 0,1.541-3.294 0,0.916-3.039-1,-13.113 12.152 3,0.084-0.154 0,11.964-12.622-3,-0.882-0.902 2,-1.522-0.479-1,-7.119 8.095 1,6.035-8.308 12,-1.548 2.395-13,1.595-1.677 0,-6.016 7.841 1,-2.800 3.628 13,0.082 0.117-10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1:05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17161.021 7382.712 767,'18.000'0.000'0,"1.558"0.000"0,-7.495 0.000 0,2.009 0.000-10,-2.906 0.044 8,7.496 0.982-1,0.961 0.499 1,0.373 0.245 0,-0.045 0.061-1,2.403 0.119 6,0.167-0.197-4,-4.554-0.750 0,0.060-0.566 2,0.136-0.661-1,14.776-3.760-1,-6.679-3.130 0,2.189-3.383 0,-16.152 5.794 3,22.625-11.778-4,3.334-5.064-4,-22.887 12.662 3,36.221-26.173 3,-7.073-0.217-4,-5.931 0.643-3,-2.941-1.888 15,-9.778 7.543-14,-2.871 0.830 1,-2.891 1.212 0,2.524-7.409 6,-4.377 3.350 2,-9.566 15.113-1,2.603-8.516 3,-5.301 7.253 0,-2.326 1.545 0,-2.064 1.114 1,-1.782 0.751 2,-1.493 0.713-8,-1.222 0.648 0,-0.968 0.574 0,-5.178-4.479 0,-1.258 4.001 0,-0.470 2.536 0,-1.299 1.464 3,-2.639 0.914-2,-0.852 1.715-4,0.807 1.563 2,2.520 1.720 1,-5.762 0.274 0,-2.693 0.765 0,-2.407 0.596 2,-2.070 0.446-6,1.818 0.283 2,-0.656 0.180-1,-6.622 0.783 1,0.200 0.954 0,-2.180 0.760 0,1.423 0.103 3,2.255 0.484-1,2.561 0.670 0,1.890 0.721 2,1.319 0.690 0,2.192-0.060 1,2.522-0.508-2,4.296-0.486-1,2.716 0.203 0,0.645 0.873 2,0.703 0.446 4,-6.841 6.325-3,7.604-3.373-4,-0.778 2.717 0,0.450 0.693 0,-0.753 1.889 0,-2.701 4.888-1,-1.509 3.251-1,-4.802 10.918 0,-0.547 5.340-1,2.461-0.864 0,1.149 1.714 0,1.386 1.515 0,1.438 1.277 1,0.349 6.125 2,4.446-8.149 1,1.767-0.154 0,1.953-6.099 0,2.030-8.418 9,0.263 3.922-11,0.666-0.751-3,1.022-12.477 3,0.744 24.326 4,2.524-0.568 4,2.554-2.195-10,0.570-9.501 11,1.543-2.374-7,1.481-2.553-1,5.332 2.363 2,-5.104-11.514 1,0.073-1.174 0,4.427 3.618 0,-0.247-2.907-2,0.407-2.280 1,-2.380-4.439 0,0.234-1.408 2,0.043-1.252-1,5.136-0.403 2,0.396-1.685-4,-1.407-1.376-3,-1.729-0.913 4,0.321-0.496 0,-1.749-0.259 0,1.882-0.099 0,-1.233 0.204 3,9.926-0.312-6,-9.328 0.405 1,1.297-0.305-1,21.027-3.868-1,-23.069 2.767 2,18.595-4.984-3,-5.374 0.276 1,2.231-1.587 0,1.998-1.630 3,1.763-1.624-5,1.534-1.759 6,1.309-1.819-7,-23.118 10.035 4,52.029-26.417-6,-6.208 1.204 1,-8.944 3.486 4,-9.770 4.538 1,-9.378 4.757 0,-8.291 4.456 1,-6.887 3.870 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1:06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18292.021 6794.712 767,'10.800'2.209'0,"-5.913"10.562"-4,4.679 9.482 1,-1.991-4.477 1,-1.780-3.923 0,0.429 1.637-1,5.325 15.112 0,-4.569-10.086 0,-0.220 1.379 3,2.852 12.476-4,-0.405 5.027 5,-4.026-15.409-6,-0.407 0.038 2,-0.446 0.201 2,-0.465 0.324 4,-0.464-0.001-5,-0.458-0.252-2,0.360 8.072 3,-1.331-7.767 1,0.140 8.548 1,-0.934-7.965-2,0.003 17.651 3,-0.583-1.500 1,-0.379 5.387-7,-0.264-21.260 5,-0.096-1.527-4,-0.193 7.271 5,0.071-11.155 3,-0.013-1.794-1,-0.155 6.162-5,0.038-4.089 4,0.169-8.839 1,-0.128 6.874-1,0.018 4.153 3,0.190-7.658-5,0.052 0.562-1,0.049 3.749-1,-0.722 2.651 1,-0.241-9.763-1,-0.527 0.936 0,-0.374 0.589 1,-0.241 0.299-2,-0.540 2.404-1,-0.036-0.251 3,-1.139 5.828-2,0.398-2.902 1,0.522-3.400-1,0.558-3.445 3,-0.826 2.902 5,1.492-34.618-1,1.858-1.478-3,-0.035-2.521-3,-0.022-12.099-5,-0.037 12.347 3,-0.006-1.489 0,0.402-10.522 1,1.096-13.834-4,0.313-1.806-1,0.859-1.406 3,-0.519 20.745 3,0.491-0.027 3,1.808-9.814-6,0.790 1.781 9,4.221-16.907-7,-4.283 29.831-1,0.310 1.343 2,4.516-15.056 1,-3.603 17.291 4,0.257 0.919 6,0.424 1.114-14,0.541 1.234 5,8.002-11.347 7,-3.814 10.588-12,0.775 1.103 4,0.936 1.263 1,1.023 1.336 1,8.021-5.868-2,-2.868 5.527 0,-3.345 4.747-1,22.493-14.036 2,0.980 3.751-1,-9.970 6.744 0,1.779-0.320-6,-13.381 7.110 6,21.908-10.606-3,-3.480 2.535-1,0.929 0.659 2,-26.902 12.020 1,0.004 0.057 0,33.914-13.718-2,14.145-2.858 6,-23.985 9.271-7,-0.875 0.720 0,-22.763 7.611 4,44.165-12.152 6,-23.341 7.320-6,-1.393 1.004-3,-1.505 0.986 2,-1.556 0.945 0,6.427-0.273 7,-2.858 1.400 0,3.412 0.775-8,-15.523 1.992 5,-1.634 0.462 0,9.970 0.985 1,-3.826 1.889 2,-11.806-0.266-1,2.523 1.241-3,-2.390 0.233-1,-0.199 0.235-1,6.593 1.937 1,-0.331-0.356 2,0.642 0.587-4,-1.153 0.170 0,-3.276-0.896 1,-2.100-0.610 0,5.114 1.799 3,-5.667-1.747-3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9:46:09"/>
    </inkml:context>
    <inkml:brush xml:id="br0">
      <inkml:brushProperty name="width" value="0.0529194456206428" units="cm"/>
      <inkml:brushProperty name="height" value="0.0529194456206428" units="cm"/>
      <inkml:brushProperty name="color" value="#00b0f0"/>
      <inkml:brushProperty name="ignorePressure" value="0"/>
    </inkml:brush>
  </inkml:definitions>
  <inkml:trace contextRef="#ctx0" brushRef="#br0">9984.460 3264.108 767,'6.851'0.000'0,"0.292"0.000"-4,0.470 0.000 3,1.400-2.064 0,0.528-1.035-1,-2.249 1.070 1,4.071-0.269-1,-4.856 1.363 2,0.798 0.148-1,4.501-0.157 0,-5.367 0.582 1,2.413-0.664-1,2.892-0.615 0,-4.027 0.510 0,0.556-0.039 0,9.236-0.079 0,-11.414 1.045 1,6.918 0.194-1,4.240 0.441-2,-10.300-0.218 2,3.575 0.351 1,-0.015 0.349-1,3.600 0.747 0,3.627 0.786 0,-7.544-0.586 0,-0.250 0.258 2,2.805 1.272-2,-0.658 0.550 0,-3.607-0.683 3,-0.683 0.335-2,-0.742 0.340 3,-0.770 0.335-2,-0.398 0.149-1,2.908 3.763-2,-4.247-2.750 3,-0.533 0.322 1,-0.524 0.286 0,-0.504 0.236 1,-0.475 0.191-3,0.049 5.050-1,-1.921-4.201-1,-0.491 0.383 1,-0.389 0.269 2,-0.298 0.172-1,-0.564 0.290 0,-1.521 6.335 0,0.703-5.565-3,-0.847 3.533 3,-1.495 4.178-1,1.470-6.301 1,-1.968 8.042-2,0.471-3.598-1,2.107-7.514 5,-1.099 3.934-2,0.079 0.197-2,0.147 0.190 0,1.104-3.861 3,-1.556 9.205-1,1.861-8.435 0,-1.184 9.580 1,1.373-9.091-2,-0.762 4.911 0,0.031 0.191 1,0.081 0.140 0,0.754-4.636-2,-1.102 10.681-1,1.297-10.203 4,0.075 0.090-3,-0.766 10.908 3,0.998-10.683-2,-0.252 5.735 2,0.162 0.256-2,0.379-5.503-1,-0.429 17.175 2,0.643-17.126 0,-0.060 5.415-1,0.098-0.239 3,0.139-5.568-4,-0.006 5.245 0,0.672 5.035 2,-0.128-10.692 1,0.416 4.814-1,0.157-0.516 3,0.099-0.423-3,0.421-0.710 1,0.291-0.571-1,0.367-0.606 0,0.417-0.618 1,2.416 6.586 0,-1.604-8.114 0,0.580-0.508 4,0.522-0.656-3,0.464-0.755-3,-1.536-2.979 1,4.238 4.372 1,-3.596-5.139 2,2.693 1.983-1,0.699-0.409-3,6.953 2.751 0,-2.116-2.135 3,-5.973-3.522-2,7.132 2.593-1,0.742-0.603-2,1.162-0.904 2,-3.504-1.501 0,-3.646-1.120 1,4.617 0.645 0,0.264-0.038 0,0.206-0.091-1,0.181-0.130-1,0.131-0.157 1,-4.473-0.721 1,9.452 0.886-1,-9.264-1.129 0,9.493 0.639-2,4.575-0.081 6,-9.987-0.416-3,-0.517 0.122 0,-0.560 0.063 0,-0.579 0.016-1,7.767 1.014 2,-2.357-0.253 3,-8.659-0.669-1,3.697 1.824-3,-2.795 0.365 0,-2.506 0.105 7,0.918 3.406-2,-5.248-0.620-5,-2.610-0.367 1,-3.185 1.875 1,-0.376 0.242 1,-1.063 1.001-4,1.776-3.266 0,-1.306 3.581-2,-0.167 0.156 1,-0.262 0.381 1,0.277 0.678 1,-1.474 5.229 1,3.512-9.660 0,0.041 0.116-3,0.094 0.093 1,0.133 0.071 0,-0.948 5.108 0,1.395-4.493 1,-1.531 5.742 0,1.250-5.146 0,0.037-0.002 0,0.079 0.162 0,0.110 0.260 0,0.131 0.171 0,0.144 0.096-1,0.150 0.195 0,-1.457 9.874 1,1.704-12.101 0,-0.573 3.537 0,-0.008 0.141-1,0.037 0.212 0,0.070 0.263 2,-0.250 0.269-2,0.515-3.502-1,-1.399 8.106 0,1.150-7.643 3,-1.017 4.275-3,-0.151 0.321 3,-0.393 0.266-1,0.912-4.133-1,-3.033 9.165 0,2.479-8.818 0,-3.511 9.326 0,2.856-9.111 1,-2.386 4.715-1,1.724-4.571 0,-5.094 9.640 0,4.304-9.463 0,-3.103 4.835 0,2.322-4.737 2,-7.016 9.838-3,-1.443-0.314 1,2.203-5.290 1,-0.823-0.745-2,3.913-4.766 2,-5.063 2.759-1,-5.576 1.695-1,4.105-5.196 3,-5.144-0.163-3,-6.156-1.478 1,3.483-3.147 5,4.188-2.139-3,4.230-1.340-2,3.872-0.739-1,3.304-0.311 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49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11055.020 3596.722 767,'11.563'0.000'0,"-0.246"0.000"-4,4.606 0.000 2,3.133 0.000 0,-1.446 0.000 0,0.912 0.000 1,-0.696 0.000 2,-0.484 0.000-2,-3.917 0.000 1,-1.795 0.000-1,2.733 0.377 2,-1.168 0.628-1,1.136 0.399 0,0.863 0.218-2,0.606 0.080 3,0.393-0.024-3,0.224 0.257-1,0.093 0.445 1,2.058 0.558 2,-0.219-0.001 0,1.085 0.182 0,-2.284-0.385 0,-2.621-0.454 0,-2.635-0.464 0,4.897 0.573 1,-3.419-1.039 2,4.677-1.228 2,-4.498-0.648-2,1.521-0.734-5,0.477-0.198 0,1.859-0.171 1,2.814-0.738 0,-0.776-0.697-2,-1.236-0.289 0,-1.476 0.004 1,0.844-0.464 1,-3.408 0.529 0,-3.327 0.615 4,2.378-0.893 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50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11130.020 4230.722 767,'11.386'0.000'0,"0.847"-8.306"-4,-3.251 1.906 3,6.371-4.891-1,3.165-2.931-2,4.497-2.823 0,-6.018 5.268 1,4.635-2.023-1,1.964 0.056 2,1.348 0.334 3,0.844 0.515-2,3.788-0.825-5,-0.041 0.903 3,10.923-2.637 2,-5.412 3.946 2,-3.230 2.443-1,0.078 1.413 5,2.953 0.341-5,-1.251 0.748-6,0.735 0.508 5,-3.307 1.242 3,-7.934 1.665-1,-2.034 0.721 1,1.086 0.406 1,-3.811 0.751 0,-3.600 0.566 0,-3.152 0.405-1,3.096 0.316 2,-0.821 0.497 3,-1.344 0.060-4,0.326-0.197-4,2.801-0.166 1,-3.288-0.147 0,1.275-0.040-1,2.560-0.026-1,-2.196-0.015 2,-2.229-0.009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51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11658.020 3355.722 767,'11.578'0.000'0,"1.905"0.000"-4,-2.179 1.839 2,2.438 1.383 1,4.037 2.262 0,-3.576-0.140 0,11.074 5.074-4,4.128 2.117 3,-17.431-7.349 1,14.541 6.605-3,1.872 1.089-1,4.816 2.203 1,-6.451-2.710 1,-11.551-5.197 2,15.699 8.153 5,-0.026 0.644-8,-0.412 0.060-1,-0.669-0.361 9,2.239 0.700-9,-2.021-1.828 11,0.290 0.694-10,-8.895-3.845 4,-2.329-1.014 1,-2.179-1.210 2,1.661 0.269 9,-1.904-1.989-11,-1.892-1.821 3,-1.746-1.581-2,-1.074-1.220-2,6.856-0.332 4,-6.210-2.293-2,-5.513 8.264 2,1.644-1.745-2,0.269 0.156-3,2.529 5.042-1,-4.104-2.379 0,3.879 5.403 0,-1.254 0.341 0,-2.233 0.157 2,-3.761 8.917 2,-6.958-6.780-3,-1.109-1.342-1,-0.804-1.094 0,-8.979 15.310-1,-6.580 5.362 4,0.023-3.795-7,-3.510 2.610 0,-8.361 10.660-1,2.826-5.355 2,-6.009 6.787 1,-1.943 1.377 1,29.903-38.540 7,-18.999 24.212-4,-0.126 0.391-6,-7.061 9.548-1,1.473-1.408 6,5.525-7.093 1,2.289-3.009 13,-3.249 4.321-19,5.382-7.105 3,5.184-6.847 5,4.622-6.112 2,3.890-5.146 5,0.060-0.061-6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52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13257.020 3642.722 767,'-11.862'0.000'0,"0.092"0.000"-4,-2.278 4.049 3,2.147 7.167 0,3.980-1.456 0,-1.827 4.187-2,-0.941 3.058 1,0.834 0.356 0,-0.141 2.195-1,-1.490 3.714 0,2.732-3.965 2,-0.983 4.206-2,0.295 1.335 1,0.656 0.503 0,0.881-0.114 2,0.999-0.548 0,-0.008 5.540-2,3.256-6.809 1,1.644 1.355 0,1.988-2.092 2,1.792-2.321 1,1.555-2.335 4,1.181-1.249-8,0.368-4.755 4,2.673 0.689 2,2.136-0.978-1,1.418-0.897 0,0.839-0.795-4,0.891-0.866-1,-2.339-3.100 1,7.625 1.519 0,2.320-1.478 0,-0.558-1.757 3,1.720-0.973-2,0.562-0.852-3,-0.292-0.725 1,2.508-0.538 0,-0.264-0.590 0,-0.720-0.888 1,-0.989-1.034 1,-3.836-0.592 3,-1.599-0.669-3,-1.703-0.594 0,1.390-2.573 1,-3.508-0.769 0,3.708-4.834 3,-0.590-2.696-1,0.651-4.330-3,-4.406 1.176-3,0.045-4.727-1,-1.775-2.237 3,-2.655 1.558 3,-1.420-0.796-4,-0.841-3.584-2,-1.485-0.187 3,-1.627-2.868 0,-2.107 0.606 2,-2.717 1.236-1,-2.239 6.279 0,-2.077 0.684 1,-1.884 0.779-1,-2.443-1.834 9,1.044 5.755-12,-2.693-1.233-1,-1.057 1.276 3,-0.473 1.682 2,-0.037 1.892 2,3.640 4.309-3,0.198 1.087-2,0.222 1.050 1,0.237 0.993 2,-1.563 0.353-1,-0.124 1.120 3,-6.418 0.316 1,6.612 2.002-1,-0.684 0.478-2,-0.819 0.407-2,-0.903 0.337 0,-0.747 0.473 1,-0.605 0.569-1,-0.689 0.626 0,-0.736 0.656 0,-0.544 0.663-1,-0.376 0.649 1,-2.924 1.116-1,0.420 0.273 1,3.374-0.635 1,0.670-0.085-1,-7.848 2.276-1,3.406-0.532 2,3.663-0.619 0,3.557-0.629 2,-3.681 2.711 4,7.853-0.196-4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53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14056.020 3446.722 767,'1.105'14.090'0,"4.609"4.987"-5,-2.681-7.776 3,0.875 6.280 1,-0.125 5.106-2,0.547 2.971-2,-1.608-8.836 4,-0.020 0.973 1,-0.087 0.889-2,-0.140 0.796-1,0.026 0.719 2,0.152 0.637 1,0.050 0.345-3,-0.035 0.106 1,-0.097 0.117 1,-0.143 0.119 0,0.493 7.034 0,-0.362-0.738 0,0.141 5.934 1,-0.283 5.365 1,-1.448-20.490-1,-0.169-0.962 0,0.140 10.159 4,-0.382-4.724-2,-0.283-4.825 0,-0.197-4.474-4,-0.248 2.867 6,-0.787-5.233-1,-4.813 5.731 11,2.658-2.117-16,-1.581 4.150-1,1.809-8.403 2,-0.160 0.467-1,-2.493 8.575-1,0.210-1.473 2,0.468-2.400-1,0.589-2.780 1,0.619-2.799 0,-1.956 2.990 2,-3.304-6.287 1,-2.517-10.839 6,6.476-13.201-2,1.776-1.194-9,0.394 0.222 0,0.928 3.920 1,0.531 1.962 1,0.078-1.326 1,-0.909-17.648-5,1.814 0.930 2,0.669 11.594 3,0.606-0.253-1,1.042-2.987-2,0.861 0.615 3,0.205 3.517-1,0.609 0.461-1,0.580 0.617 2,0.543 0.723-1,0.495 0.773 1,0.450 0.792 0,8.617-11.754 3,-6.273 13.959-2,0.691 0.735 0,0.508 0.477 0,0.351 0.264 1,0.618 0.288 0,0.808 0.299-2,2.864-1.524-2,0.824-0.024 2,-1.645 1.539 0,0.413-0.216-1,11.107-7.618 0,-7.335 5.184-1,-0.320-0.203 1,-2.647 2.061 1,-0.161 0.463-1,-0.300 0.426 1,-0.403 0.383 0,8.895-5.961 0,-3.153 2.468 0,-3.496 2.638 2,-3.398 2.510-1,3.650-1.579 1,-4.919 5.343 0,-1.795 13.410 6,-1.908 2.056-2,0.325 3.857-8,2.368 4.349-1,0.778 2.444 1,-2.162-3.400-1,-2.083-3.557 1,0.177 0.637 0,4.678 15.513-1,-0.756 2.915 4,-2.939-5.078-4,-1.683-3.187-1,-0.755-0.058 5,-1.306-4.009-3,-0.540-0.430 0,-0.513-0.508 2,-0.481-0.552 0,0.026 5.516-1,-0.674-1.642 1,-0.562-1.838 0,-0.410 4.252 3,-0.595-4.534-1,-0.377-4.372-1,-0.212-3.884 0,-0.294 2.062 5,-0.199-2.313 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54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14780.020 3747.722 767,'14.169'0.000'0,"-0.247"0.000"-5,3.816 0.000 3,-0.344 0.000-1,-3.556 0.000 3,7.047 0.000-2,-8.732 0.000 2,-0.159 0.000 0,2.492 0.000 0,-0.840 0.000-2,6.338 0.000 2,0.033 0.000 2,1.708 0.000 0,-0.502 0.000-1,-5.765 0.000-1,1.209-0.747-1,1.333-1.798 0,1.947-2.273-1,-9.357 1.719 2,0.209-0.227 0,-0.122-0.288-1,-0.380-0.328 0,9.199-4.261 0,-9.056 3.275 0,6.685-4.552 0,-3.336 1.059 3,-2.351-0.260 0,-2.521-0.754 0,-0.899-3.412-1,0.275-12.225 0,-4.862 6.368-1,-1.403 4.829-2,-0.351-0.627 0,-0.478 1.914 1,-0.217 0.010 0,0.318-13.554-3,-0.842 4.770 2,-0.518 2.313 3,-0.450 2.929 1,-0.373 3.090 0,-1.703-4.475-3,-2.405 6.979 2,-8.154 9.627 6,-0.712 2.137-1,-1.104 2.371-9,1.176 1.869 1,2.654-0.447 2,0.565-0.861 0,-2.624 1.158 0,1.095 0.570 1,-2.703 2.231-3,-2.767 3.247 1,0.999 0.222 0,-1.442 0.817 0,8.663-5.929 0,0.158 0.171 1,-0.030 0.367 0,-0.175 0.514-1,-1.686 2.072 0,0.039 0.806 0,1.692-1.321 0,0.140-0.112 3,0.154-0.125-3,0.163-0.135 0,-6.190 7.474-1,2.082 0.016 2,0.241 0.062 2,1.825-1.798-1,2.149-1.057-1,2.146-0.502 3,0.598 6.075 1,3.663-6.683-3,1.218 1.562-1,0.865 0.582 0,0.411 0.980 0,0.144-0.467 0,0.040-2.087-2,0.038 0.978 0,0.010 1.103 1,-0.010 0.434 3,-0.023-0.063-4,-0.031-0.061 0,-0.036-0.055 1,0.670-0.027 0,1.141-0.004 0,1.068-0.365 3,0.966-0.605-2,1.665 0.830 0,-0.658-4.108 0,3.228 3.856-1,-1.293-3.242 2,0.533-0.326 0,0.729-0.407 1,3.423 1.942-2,-1.467-3.144 0,0.699-0.800-2,0.685-0.987 2,-0.958-1.527 1,0.526-0.368 0,2.647 0.563-3,1.153-0.157 2,1.174-0.055 0,1.133 0.016-1,-1.340-0.735 1,0.869 0.110-1,4.228 0.649-1,2.073-0.413 1,-1.228-1.176-1,1.826-0.499 1,6.178-0.082 0,2.694-0.685-2,2.526-0.651 1,2.285-0.596-1,-3.698-0.955 1,0.597-0.821 0,4.930-1.468-1,-0.770-1.748 0,-2.011-1.115 2,-2.795-0.611-1,13.083-2.983 3,-14.811 1.502 0,-6.724 0.724 1,-5.735 0.743 4,-5.846 0.987 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54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13317.020 4788.722 767,'11.100'0.000'0,"-0.745"3.782"-3,5.437 1.498 1,-2.193 0.539 0,2.642 2.036 0,1.861 2.135-1,-8.276-3.871 2,0.157 1.055-1,-0.141 1.233 1,-0.173 1.142 0,-0.193 1.040 0,-0.205 1.131 0,-0.206 1.171 0,-0.403 1.175 0,-0.545 1.144 0,-0.430 1.102 1,-0.330 1.044-1,-0.453 0.555 1,-0.537 0.159-2,-0.592 0.244 1,-0.616 0.301 0,0.617 6.454 0,-1.056-0.296 0,-0.344 6.247-1,-2.217-12.820 6,-0.423-0.408-5,-0.379-0.380 1,-0.332-0.350 0,-0.287-0.527 1,-0.246-0.652 0,-0.197 2.189 1,-0.219-0.183-2,-0.308 7.175 1,0.020-10.604-1,-0.051-0.638 2,-0.033-0.669-1,-0.018-0.673-2,-0.419 7.653 0,-0.155-3.586 4,-0.147-3.653-2,-1.386 3.284 2,-6.181-8.617-1,-7.220-10.163 5,2.736-4.310-6,4.806-2.832-2,1.540-0.037 0,0.754-0.066 0,-0.122-1.167-1,-2.327-7.633-1,3.683 6.297 2,0.340-0.491 0,-3.223-15.869-1,4.432 12.920 0,0.410-0.614 3,-0.667-9.613-4,1.376 4.535 3,1.998-19.394-3,3.511 4.089 1,2.769-0.838 2,-2.003 15.457-3,0.260 0.509 6,0.483 0.562-6,0.648 0.590 0,1.976-2.321 3,1.071 1.374 0,-0.477 4.390 1,0.776 1.490-1,12.118-11.361 2,3.180 3.045-1,-11.450 12.832 1,0.387 0.656-1,0.564 0.591 5,0.688 0.525-7,0.554 0.458 2,0.437 0.395-3,3.016-0.680-1,0.215 0.872 3,8.045-1.595-1,-11.168 4.641 1,-0.601 0.692-1,9.124-1.457 1,-3.779 1.823 0,-4.051 1.469 1,-3.868 1.127 3,2.635 0.666-2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55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14026.020 5180.722 767,'12.722'0.000'0,"2.493"0.000"-5,-2.678 1.554 5,-0.494 0.962-1,3.856 0.666-1,8.193-0.039 0,-1.468-1.237 1,-0.516-0.689 0,2.326-0.347-2,-11.795-0.730 3,0.257-0.415 0,0.258-0.319-1,0.250-0.234 1,0.240-0.559-1,9.162-2.591 0,-1.083-1.328 0,-2.293-1.562 0,-8.617 2.569 1,8.460-4.454 1,-2.307-1.204-2,0.377-3.057 8,-5.777 1.633-7,-4.654 2.210 2,1.021-5.403-1,-4.276-2.093-1,-4.410 3.472 1,-4.014-4.474-3,-3.280-1.532 1,-3.627-1.598 1,5.171 10.502 0,-0.374 0.440-2,-0.309 0.606 1,-0.252 0.720-1,-5.114-3.490 1,0.666 2.291 1,1.144 2.184 0,-6.606-1.982 2,5.246 5.425-1,-1.865 3.047 2,-0.886 1.987 4,-4.300 0.293-9,1.237-0.299 1,1.411-0.241 0,3.638-0.273-1,-0.195-0.159 3,-1.275-0.249 2,-0.379 3.906-1,2.430 2.992-2,-4.260 6.520-3,2.501-0.699 1,0.101 1.080 1,-3.073 5.675-1,5.161-2.561 2,1.763 1.620-1,1.285 0.664-2,4.099-7.689 4,0.419 0.328-1,-0.883 5.808 0,0.032 3.170 1,2.811-8.765-1,0.431 0.107-1,-0.523 8.428 1,1.478-8.886 1,0.271-0.326 0,0.079 5.913-2,0.426-3.754 0,0.183-0.822 3,1.273 0.267-2,2.442 2.156 1,5.015-1.093 2,4.275-3.540-1,-1.169-3.957-2,-0.750-1.675-1,0.319-0.670-1,4.437 0.591 2,-2.387-1.760 0,2.273-0.688 0,-2.255-1.102 1,4.960-0.498-1,-2.151-0.677 0,-2.640-0.314 0,0.446-2.183 0,-1.577-4.727 4,-2.737 0.773-4,1.142-0.374-1,-1.690-1.216 1,4.371-4.375-1,-2.516 2.187 1,-2.276 2.016-1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56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15022.020 4833.722 767,'0.000'-13.680'0,"-1.652"1.932"-4,-8.546 7.528 4,-4.370 3.230-1,2.659 0.842 0,-7.203 0.237-1,1.718-0.351 2,-1.181-3.070-1,1.170-0.655 1,3.716 0.907 1,-1.307 0.243-3,4.985 7.530 5,2.315 10.761 0,4.321-4.544-5,-0.343 3.179 0,-0.424 3.013 1,-1.495 7.669-4,0.579-2.344 2,-1.673 7.808-2,0.905-4.430 3,-0.662 4.177 0,1.684-5.876 3,-0.879 7.602-6,1.777-6.478 8,0.048 3.910-7,0.613-0.073 8,0.588-1.067-8,0.546-1.726 7,0.488-1.762-6,0.423-1.701 0,0.303 0.852 4,0.361-1.868 0,0.276-4.094 6,0.168-1.671-5,0.476-1.945 0,0.676-2.049-1,2.725 5.447 1,6.652-0.390 7,1.279-7.822-9,-0.599-4.824 0,3.380-3.129 1,-1.714-2.908-1,-0.004-1.700 2,-0.115-14.118-3,-3.077-1.427-1,2.360-7.096-2,-2.866 3.331 0,2.277-9.875 0,0.539-6.384-2,2.160-12.795 4,0.510-6.788-7,-11.357 45.356 7,9.453-42.604-6,-0.374-2.255 3,2.304-14.938-2,-1.013 2.869 1,-10.929 56.247 5,-0.026 0.259 0,7.384-36.748 9,-0.823 4.350-10,-1.018 4.531-3,-1.110 4.444 4,-1.123 4.199 6,-1.079 3.825 17,-0.656 1.333-23,-1.103 4.767 8,-0.931 4.357-1,-0.759 3.823-3,-0.577 2.139 16,-0.743-0.695-29,-3.366 23.797 17,3.214 2.933 1,-1.209 8.154-12,-0.697 0.208 1,-0.507 1.812-1,-1.474 11.838-1,-0.062-1.928 1,-1.702 13.486 0,0.466-4.364-2,-0.151 3.103 1,0.149 2.193 2,-0.212 7.353-3,0.628-0.157 6,0.713-2.059-8,0.727-3.223 4,0.570-3.464 4,1.108-13.788 0,0.090 4.260 2,0.490-5.193 1,0.398-4.932 3,0.316-4.456 7,0.234-4.585-13,0.163-3.293 10,0.113-2.790-4,0.401 6.131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57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15399.020 4803.722 767,'0.000'11.843'0,"0.000"1.355"-4,0.000 0.283 2,0.000-0.213 0,0.000 2.975-1,0.000 8.383 0,0.000 3.163 0,0.000 2.066 1,0.000-4.025-1,0.000 1.674 0,0.000 1.663 0,0.354 0.516 4,0.588-0.325-1,0.728-0.176-4,0.793-0.065 1,0.876 2.293 2,0.184-2.336 1,0.363-2.420 3,0.460-2.330-3,0.051-2.579 0,-0.226-2.592 2,0.276-0.688 3,-0.528-3.976-3,-0.534-3.655 1,1.955 1.939 2,6.213-11.333-1,-2.593-13.187-4,-1.939 1.266 0,4.739-6.081-1,0.500-0.107 0,5.509-7.433-2,-2.172 2.269-1,4.045-8.021 3,-4.179 3.663-4,2.967-8.906-1,-1.380-1.132 6,-4.779 7.075 3,-1.552-0.162-7,0.163-7.042-1,-2.412 1.165 5,-3.082 8.115 1,-1.241 0.983 0,-0.650-4.616 1,-1.337 2.379 0,-1.110 2.909 0,-0.923 4.419 0,-0.688 4.427-1,-0.486 4.083 1,-1.881-2.470 0,-8.208 11.172 4,0.057 9.925 1,7.572 4.496-2,1.282 8.387-6,1.418-6.112-1,0.180 2.037 0,-0.085 14.328-1,0.436-4.723 0,0.124-1.173 0,0.076 1.089 1,0.061 4.369 3,0.051 0.956-6,0.041 4.124 0,0.019 0.233 5,0.559-0.672 0,0.859-1.201-1,0.388-4.210 0,0.235-7.076 1,1.397 3.875 1,0.542-2.915 0,0.348-3.281 1,0.195-3.330 5,-0.627-3.853-9,3.694 7.626 1,-1.641-6.864 15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58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16334.020 4803.722 767,'-11.796'0.000'0,"-1.339"0.000"-4,-0.088 0.000 2,-2.216 0.863 2,1.986 3.427-1,1.837 0.970 1,1.712 4.688 1,0.521 5.800-1,3.592-3.085-2,-0.560 2.585 1,-0.452 2.535-1,-0.355 2.381-1,-0.788 5.283-1,0.548 2.168 1,-0.577 8.414-1,2.557-4.754 2,0.967 0.433-1,0.920-0.255 2,0.832-1.602 6,0.724-2.415-9,0.606-2.823 1,0.492-2.927 2,0.699-6.511 2,0.653-1.525 0,0.919-0.181 4,0.778-2.154 1,4.250 5.278 0,3.209-6.483-3,1.816-5.441 0,0.911-3.848-2,0.271-2.268-1,2.128-1.263 0,-1.930 0.579 1,2.475-3.437 0,8.489-7.670-3,-10.427 5.088 0,-2.075 1.069 1,1.088-0.593-1,1.134-0.459 0,22.128-12.524-3,-11.213 6.911 5,-3.401 2.104-4,-3.952 2.319 2,-3.925 2.240 1,3.049-1.451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59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16590.020 5044.722 767,'16.317'-4.247'-3,"-5.446"-0.778"1,9.141-3.531-1,-8.733 3.867 1,11.573-4.760-1,-8.505 3.657 2,0.546 0.116 0,7.603-1.884-2,-8.506 3.218 1,0.291 0.019 1,7.249-1.870 2,-0.767 0.566-2,1.247-0.843 3,-1.197-0.767-5,-1.194-1.063 3,-8.244 3.096 0,-0.217-0.235 4,-0.465-0.255-2,-0.646-0.258-2,0.891-1.866 0,-0.710-1.184 0,-1.923 0.477 0,-0.385-0.807-1,-0.313-0.584 2,-0.245-0.392 0,-0.392-0.235-2,-0.487-0.103 0,-0.558 0.004 0,-0.593 0.084 0,6.145-13.864 0,-4.518 7.833 2,-1.170 1.412 0,-1.172 1.288 3,-1.572 2.580-4,-1.094-3.936-2,-9.259 4.921 7,-10.743 10.188 1,1.049 1.128-8,-4.100 0.176 0,2.108-0.240 1,3.576-0.296 1,2.825 2.046-1,1.145 3.156 4,2.409 3.159-1,0.530 0.263-1,0.231-1.233-2,-5.437 7.403 0,4.286-3.737 1,-2.269 4.096-2,4.821-5.498 0,-0.062 0.780 0,0.941-1.048 0,-0.080 0.550 2,-0.100 0.350-1,-0.113 0.184 1,-0.119 0.047-1,-0.125-0.058 1,-6.127 12.110-2,6.726-11.596 2,0.442-0.180-1,-2.520 5.762 2,2.182-3.961-1,-0.205 1.349 2,0.730-0.836-3,0.770-1.009 2,0.059 2.303 0,1.091-0.565-2,0.317 1.993 2,0.951 1.518 4,1.173-3.358-5,0.716-3.053 0,0.507 9.034 1,1.526-4.495-1,3.789-3.460 2,3.211-3.820 1,5.642-2.409-3,-2.629-1.082-1,0.760-0.168-1,0.378-1.285 2,-1.288 0.009 0,-0.202-0.085 2,-0.782-0.815-3,5.994 0.200-1,0.728-1.146 3,-3.324-1.118-1,4.557-0.485 0,-7.289-0.415 0,6.038-0.063 0,-2.556-0.034-2,2.559-0.013 1,1.461-0.003 0,-5.606 0.028 0,-0.172 0.003 1,10.030-0.026-2,1.124 0.015 0,-2.255 0.021 3,-1.538 0.013 1,-8.272-0.256-4,-0.800-0.460 2,9.225-1.578-1,-3.344-0.434 3,0.979-1.276 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59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17827.020 4441.722 767,'0.000'11.959'0,"-7.031"0.799"-4,-0.328-1.425 3,-1.446 3.695-1,2.108-2.032 0,-1.983 6.011-2,0.444 3.681 2,1.460-2.685 0,0.722-1.652 1,-0.147 0.530 0,0.968-2.111 0,0.206 0.811 0,0.093 0.568 0,0.007 0.359-1,-4.368 20.880 0,0.109 3.460 0,4.022-17.063 1,0.350 0.212 1,0.940-3.578 3,-1.481 18.354-4,2.507-16.231-1,0.364-0.178-2,-0.846 16.418 4,0.890 2.470 2,0.856-4.223-5,0.588-6.246 2,0.567-11.881 5,0.171-1.764-4,0.336-4.011-2,0.434-1.203 5,0.324-1.114 4,0.232-1.014-4,3.934 7.920-2,-0.529-8.670 1,4.909 6.016 1,-0.010-6.133 1,3.590-1.246-4,1.400-1.399 0,-1.962-3.025 1,-1.339-2.336-1,3.263-1.774 1,-2.801-1.957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7:00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18400.020 4351.722 767,'11.692'0.707'0,"-1.063"5.586"-4,-0.987 0.744 2,4.323 3.560 0,2.711 2.104-2,-0.364 0.403 2,0.804 1.693-1,0.417 1.186 0,0.131 0.773 1,4.531 4.273 0,-3.663-2.933 1,-0.486 0.334 0,-0.956 0.021 1,-1.219-0.638 5,-1.322-1.048-8,-2.654-2.505 0,-0.948-0.422 3,-0.838-0.246 2,-0.716-0.110 1,0.859 1.709 0,0.072 0.032-2,-1.595-1.329-1,-0.731 0.661 1,0.740 2.019-2,-2.387-3.360 1,1.839 5.109-1,0.421 1.596 1,0.219 0.785 3,0.069 0.191-6,1.152 3.005 1,-1.403-3.970 0,-0.015 0.598 1,-0.418 0.516 1,-0.684 0.084 4,-0.844-0.230-5,0.464 5.517-3,-2.536-4.807 3,-0.873 0.318 1,-0.796 0.256 2,-0.528 3.020 3,-0.749 0.007-9,-0.663-2.925 1,-0.389-0.078 3,-0.304-0.395 1,-0.233-0.603-1,-0.170-0.344 0,-0.115-0.144 0,-0.119 2.118 0,-0.043-0.787 2,0.121-7.656-1,-0.454 5.206-2,-0.606 0.473 1,-0.725 0.098 1,-0.774-0.174 2,-1.125 0.371-2,-1.324 0.742-4,-2.877 3.390 1,-2.359 0.389 2,-2.311 0.120-1,-2.140-0.070-1,8.056-14.093 2,-9.853 10.575-2,-2.618 0.357 1,-4.968 2.641 0,-1.613-0.618 0,2.183-3.389 6,-0.440-0.786-10,-2.870 1.470 1,0.822-1.028 2,1.197-1.445 2,1.377-1.641 1,1.449-1.227 1,1.411-0.874-1,3.339-2.469 1,0.848-0.813 1,-7.200 4.682 0,7.575-5.416-1,3.582-2.539-1,3.299-2.280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9:46:09"/>
    </inkml:context>
    <inkml:brush xml:id="br0">
      <inkml:brushProperty name="width" value="0.0529194456206428" units="cm"/>
      <inkml:brushProperty name="height" value="0.0529194456206428" units="cm"/>
      <inkml:brushProperty name="color" value="#00b0f0"/>
      <inkml:brushProperty name="ignorePressure" value="0"/>
    </inkml:brush>
  </inkml:definitions>
  <inkml:trace contextRef="#ctx0" brushRef="#br0">9984.460 3264.108 767,'6.851'0.000'0,"0.292"0.000"-4,0.470 0.000 3,1.400-2.064 0,0.528-1.035-1,-2.249 1.070 1,4.071-0.269-1,-4.856 1.363 2,0.798 0.148-1,4.501-0.157 0,-5.367 0.582 1,2.413-0.664-1,2.892-0.615 0,-4.027 0.510 0,0.556-0.039 0,9.236-0.079 0,-11.414 1.045 1,6.918 0.194-1,4.240 0.441-2,-10.300-0.218 2,3.575 0.351 1,-0.015 0.349-1,3.600 0.747 0,3.627 0.786 0,-7.544-0.586 0,-0.250 0.258 2,2.805 1.272-2,-0.658 0.550 0,-3.607-0.683 3,-0.683 0.335-2,-0.742 0.340 3,-0.770 0.335-2,-0.398 0.149-1,2.908 3.763-2,-4.247-2.750 3,-0.533 0.322 1,-0.524 0.286 0,-0.504 0.236 1,-0.475 0.191-3,0.049 5.050-1,-1.921-4.201-1,-0.491 0.383 1,-0.389 0.269 2,-0.298 0.172-1,-0.564 0.290 0,-1.521 6.335 0,0.703-5.565-3,-0.847 3.533 3,-1.495 4.178-1,1.470-6.301 1,-1.968 8.042-2,0.471-3.598-1,2.107-7.514 5,-1.099 3.934-2,0.079 0.197-2,0.147 0.190 0,1.104-3.861 3,-1.556 9.205-1,1.861-8.435 0,-1.184 9.580 1,1.373-9.091-2,-0.762 4.911 0,0.031 0.191 1,0.081 0.140 0,0.754-4.636-2,-1.102 10.681-1,1.297-10.203 4,0.075 0.090-3,-0.766 10.908 3,0.998-10.683-2,-0.252 5.735 2,0.162 0.256-2,0.379-5.503-1,-0.429 17.175 2,0.643-17.126 0,-0.060 5.415-1,0.098-0.239 3,0.139-5.568-4,-0.006 5.245 0,0.672 5.035 2,-0.128-10.692 1,0.416 4.814-1,0.157-0.516 3,0.099-0.423-3,0.421-0.710 1,0.291-0.571-1,0.367-0.606 0,0.417-0.618 1,2.416 6.586 0,-1.604-8.114 0,0.580-0.508 4,0.522-0.656-3,0.464-0.755-3,-1.536-2.979 1,4.238 4.372 1,-3.596-5.139 2,2.693 1.983-1,0.699-0.409-3,6.953 2.751 0,-2.116-2.135 3,-5.973-3.522-2,7.132 2.593-1,0.742-0.603-2,1.162-0.904 2,-3.504-1.501 0,-3.646-1.120 1,4.617 0.645 0,0.264-0.038 0,0.206-0.091-1,0.181-0.130-1,0.131-0.157 1,-4.473-0.721 1,9.452 0.886-1,-9.264-1.129 0,9.493 0.639-2,4.575-0.081 6,-9.987-0.416-3,-0.517 0.122 0,-0.560 0.063 0,-0.579 0.016-1,7.767 1.014 2,-2.357-0.253 3,-8.659-0.669-1,3.697 1.824-3,-2.795 0.365 0,-2.506 0.105 7,0.918 3.406-2,-5.248-0.620-5,-2.610-0.367 1,-3.185 1.875 1,-0.376 0.242 1,-1.063 1.001-4,1.776-3.266 0,-1.306 3.581-2,-0.167 0.156 1,-0.262 0.381 1,0.277 0.678 1,-1.474 5.229 1,3.512-9.660 0,0.041 0.116-3,0.094 0.093 1,0.133 0.071 0,-0.948 5.108 0,1.395-4.493 1,-1.531 5.742 0,1.250-5.146 0,0.037-0.002 0,0.079 0.162 0,0.110 0.260 0,0.131 0.171 0,0.144 0.096-1,0.150 0.195 0,-1.457 9.874 1,1.704-12.101 0,-0.573 3.537 0,-0.008 0.141-1,0.037 0.212 0,0.070 0.263 2,-0.250 0.269-2,0.515-3.502-1,-1.399 8.106 0,1.150-7.643 3,-1.017 4.275-3,-0.151 0.321 3,-0.393 0.266-1,0.912-4.133-1,-3.033 9.165 0,2.479-8.818 0,-3.511 9.326 0,2.856-9.111 1,-2.386 4.715-1,1.724-4.571 0,-5.094 9.640 0,4.304-9.463 0,-3.103 4.835 0,2.322-4.737 2,-7.016 9.838-3,-1.443-0.314 1,2.203-5.290 1,-0.823-0.745-2,3.913-4.766 2,-5.063 2.759-1,-5.576 1.695-1,4.105-5.196 3,-5.144-0.163-3,-6.156-1.478 1,3.483-3.147 5,4.188-2.139-3,4.230-1.340-2,3.872-0.739-1,3.304-0.311 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9:46:21"/>
    </inkml:context>
    <inkml:brush xml:id="br0">
      <inkml:brushProperty name="width" value="0.0529194456206428" units="cm"/>
      <inkml:brushProperty name="height" value="0.0529194456206428" units="cm"/>
      <inkml:brushProperty name="color" value="#00b0f0"/>
      <inkml:brushProperty name="ignorePressure" value="0"/>
    </inkml:brush>
  </inkml:definitions>
  <inkml:trace contextRef="#ctx0" brushRef="#br0">10768.460 3305.108 767,'4.885'-5.261'0,"-0.227"0.600"0,3.036 0.854-6,1.545-0.373 5,1.835-1.043-1,-1.396 0.454-1,8.034-4.072-1,-10.886 5.511 2,4.681-2.386-1,1.403-0.786 1,1.475-0.789-1,-4.133 2.241 2,13.309-6.117-4,-11.043 5.371 2,8.064-3.523 0,1.956-0.588 0,1.652-0.198-2,-7.302 3.253 3,19.975-7.534-3,-17.834 7.240 2,22.112-7.304-3,-20.189 7.366 3,0.552 0.205 0,23.651-6.465-3,-10.910 3.855 4,-11.369 3.455-1,34.868-7.039 0,-34.952 8.203 2,21.944-3.407-2,-22.729 4.496 4,10.443-1.101-5,-11.230 1.960 3,19.421-1.033 7,-20.956 2.360-4,8.444-0.018-2,-10.031 0.828 6,7.655 0.559-4,-17.326 0.234-3,22.570 1.879 6,-23.423-1.339-5,16.690 2.479 3,-2.559 0.971 3,-0.422 1.638 1,-3.511 0.800-2,-1.729 2.026-4,-8.267-3.513 3,0.953 3.421-1,-4.198-1.238 0,-3.233 2.993 3,-4.676-4.798 1,-2.485-2.920-1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9:46:21"/>
    </inkml:context>
    <inkml:brush xml:id="br0">
      <inkml:brushProperty name="width" value="0.0529194456206428" units="cm"/>
      <inkml:brushProperty name="height" value="0.0529194456206428" units="cm"/>
      <inkml:brushProperty name="color" value="#00b0f0"/>
      <inkml:brushProperty name="ignorePressure" value="0"/>
    </inkml:brush>
  </inkml:definitions>
  <inkml:trace contextRef="#ctx0" brushRef="#br0">10863.460 3575.108 767,'5.989'-1.268'0,"-0.519"-2.327"-5,0.939-1.275 3,2.512-1.577 0,0.839 0.243-1,-2.273 2.054 2,1.139-0.177 0,-2.415 1.267 0,8.766-3.516-2,-7.057 3.119 1,5.297-1.962 0,1.413-0.039-2,-4.238 1.717 2,6.865-1.969-1,8.538-2.431 0,-19.219 6.106 1,31.799-8.935-3,-22.597 6.630 2,9.384-2.334 0,1.564 0.048-1,1.234-0.131 0,-8.737 2.286 1,21.589-4.804 2,-19.995 4.688-4,11.736-2.076 1,0.894 0.003 3,-10.761 2.300-3,12.206-1.912 1,12.461-2.081 1,-23.769 4.277 0,11.705-1.737-1,-11.892 2.111 3,23.131-2.934-4,-23.530 3.533 4,10.722-1.400-1,-11.590 1.607 1,10.175-0.823 0,-11.306 1.501 2,18.829-1.217 2,-20.617 1.936-3,-0.662 0.205 0,7.679-0.218-1,-1.774 0.376 5,10.640 1.176-1,-13.571 0.593 0,-3.052 0.430 2,3.416 1.337 3,-6.449 0.210-8,-5.272-0.112 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9:46:22"/>
    </inkml:context>
    <inkml:brush xml:id="br0">
      <inkml:brushProperty name="width" value="0.0529194456206428" units="cm"/>
      <inkml:brushProperty name="height" value="0.0529194456206428" units="cm"/>
      <inkml:brushProperty name="color" value="#00b0f0"/>
      <inkml:brushProperty name="ignorePressure" value="0"/>
    </inkml:brush>
  </inkml:definitions>
  <inkml:trace contextRef="#ctx0" brushRef="#br0">11781.460 2953.108 767,'7.309'0.000'0,"1.401"0.000"-5,0.505 0.000 3,3.424 0.000-2,3.479 0.000 1,-0.442 0.000 2,-4.859 0.000-3,0.911 0.000 3,-3.411 0.000-1,10.287 0.000 0,7.114 0.000-2,-9.313 0.371 1,-5.114 0.001 2,0.324 0.103-1,20.285 2.184-1,-19.058-1.476 1,13.791 1.535 1,-13.309-1.163-2,6.696 1.484 1,-6.745-0.802 3,13.681 3.464-4,-20.238-4.238 3,20.154 5.542-5,-13.754-3.227 9,18.046 7.896-5,-19.068-6.761 2,5.360 3.167-1,-1.002 0.687 0,-0.850 0.678-3,-5.683-2.871 4,7.812 7.877 5,-9.452-7.011-6,2.795 4.308 0,-1.349 0.865 3,-1.315 0.688-3,-3.361-4.186 1,2.244 10.807 0,-4.233-9.742 0,0.301 11.726 2,-2.378-10.618-3,-1.245 6.361-2,-1.701 0.810 1,-1.996 0.862 1,0.505-6.215-2,-3.919 7.356 1,1.462-6.464 0,-10.311 15.833-3,11.938-22.297 3,-24.083 32.308-4,16.170-23.834 2,-8.126 8.432 0,13.352-16.248 3,-25.429 25.514-8,15.458-16.764 5,-10.508 8.536-3,8.444-8.451 4,-22.453 17.022-4,30.981-25.636 6,-22.314 16.106-2,10.522-8.546-1,-23.885 13.939-3,23.332-15.669 2,-36.805 19.305 2,7.679-6.657-1,9.330-6.438 9,9.472-5.722-10,8.697-4.772 7,7.439-3.769-3,11.284-4.174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9:46:38"/>
    </inkml:context>
    <inkml:brush xml:id="br0">
      <inkml:brushProperty name="width" value="0.0529194456206428" units="cm"/>
      <inkml:brushProperty name="height" value="0.0529194456206428" units="cm"/>
      <inkml:brushProperty name="color" value="#00b0f0"/>
      <inkml:brushProperty name="ignorePressure" value="0"/>
    </inkml:brush>
  </inkml:definitions>
  <inkml:trace contextRef="#ctx0" brushRef="#br0">9525.460 5764.108 767,'7.714'0.000'0,"-1.248"0.000"-4,0.439 0.000 2,2.614 0.000 0,-1.763 0.000 2,-0.322 0.000 0,3.458 0.000-2,-2.696 0.000 2,2.379 0.000-2,1.568 0.000 1,0.085 0.000 0,4.030 0.660-1,-7.403 0.082 2,0.501 0.174-1,-2.901-0.255-1,3.847 0.408 0,-3.187-0.341 2,8.286 0.743-1,-7.509-0.750-1,4.452 0.313 0,0.440-0.064 3,4.885 0.188-3,-4.451-0.374 0,-0.190-0.087 1,13.253 0.398-1,-17.571-0.627 2,4.170 0.449-1,-0.300 0.145 0,-0.397 0.085 1,-0.462 0.037 1,-4.041-0.395 1,8.949 1.349-2,-1.044 0.537 1,-2.694 0.170-1,-0.963 0.505 1,-3.684-0.538 1,-0.769 0.346 0,2.759 3.581-3,-4.878-2.347 1,-0.757 0.341 2,-0.715 0.315-1,-0.663 0.285 2,0.352 6.056 0,-3.129-0.573-2,-1.493-1.575-1,-0.271-2.147-1,-0.385 0.112 2,-2.332 4.845-2,1.094-4.483 0,-0.520 0.015 1,-5.428 8.938-3,5.721-10.803 3,-2.017 2.951 0,-0.201 0.214-1,-0.386 0.277 1,1.704-2.899 0,-4.629 7.104-1,4.187-6.524-1,-4.854 7.669 0,4.579-7.112 3,-2.467 4.120-2,-0.236 0.741 0,0.014 0.627-1,2.432-4.075 0,-5.014 9.807 1,-2.599 5.646 0,5.313-9.410 0,0.024 0.108-1,2.534-4.972 0,-4.236 10.228 2,4.715-10.151-1,-3.405 10.106 0,4.107-10.163 2,-1.223 4.961-4,0.582-0.086 7,0.569-0.091-4,1.467-4.983 1,-1.277 9.826 0,1.522-5.250 0,0.748-0.477 0,0.681-4.801-1,0.241-0.096 0,1.207 8.260 1,0.349-4.706-1,-0.081-4.318 1,2.287 8.074-2,-1.413-8.384 2,1.592 3.673 1,0.689-0.169 0,0.797-0.435-2,-1.340-3.797 1,5.542 6.430-1,-4.313-6.954-1,3.247 3.092 2,0.542-0.270-1,0.537-0.464-1,-2.874-3.130 0,7.609 5.242 1,9.204 4.575-2,-15.277-10.746 2,8.667 4.005-3,-8.253-4.622 5,4.497 1.823-1,0.253-0.447-3,0.193-0.131 3,-4.381-1.983-2,9.433 3.076 0,-9.183-3.531 3,4.771 1.506-3,-0.066-0.188 1,-0.235-0.267 0,-4.659-1.552 0,8.310 2.720-1,-8.849-2.753 1,8.135 2.327 0,-8.583-2.446 1,3.496 1.269-2,-0.539-0.095 1,-0.715 0.199 0,-3.650-1.275 6,2.730 1.458-5,-0.715 0.180-1,-0.419 0.028 2,-2.992-1.305-1,2.192 1.824-1,-0.367 0.306 2,-0.475 0.290 0,-0.548 0.269-2,-0.590 0.233 1,-0.607 0.199 0,-0.233 0.365-1,-0.306 0.287-1,-0.354 0.218 0,1.580 5.642 1,-2.267-5.152 1,-0.124 0.064-1,-0.182 0.222 0,1.370 6.035-1,-1.994-5.493 1,-0.264-0.019 1,0.230 2.955 0,-0.109 3.231-2,-1.101-5.725 0,0.185 6.339 0,-0.547-2.901 1,-0.433-6.044 1,0.032 3.154-1,-0.106-0.003 0,-0.089 0.123 0,-0.419-0.153-1,-0.321-0.021 1,0.092-3.027 0,-0.624 3.203 0,-0.449 0.003 0,-0.311 0.124-2,-0.366 0.017 2,-0.399-0.067 3,0.774-3.131-3,-2.814 6.154-1,2.231-6.282-1,-1.724 3.261 1,1.104-3.056 0,-0.363 0.014 2,-0.437 0.090-1,-8.816 10.828-1,-2.092 0.764 3,0.991-2.889-6,2.037-3.261 2,-1.256 0.386 0,3.889-3.978 0,-5.529 4.613-1,4.720-4.337 4,-17.841 14.565-6,2.415-2.606-2,3.754-3.438 6,4.217-3.625-2,4.110-3.407 3,3.674-2.967-1,3.077-2.433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9:46:39"/>
    </inkml:context>
    <inkml:brush xml:id="br0">
      <inkml:brushProperty name="width" value="0.0529194456206428" units="cm"/>
      <inkml:brushProperty name="height" value="0.0529194456206428" units="cm"/>
      <inkml:brushProperty name="color" value="#00b0f0"/>
      <inkml:brushProperty name="ignorePressure" value="0"/>
    </inkml:brush>
  </inkml:definitions>
  <inkml:trace contextRef="#ctx0" brushRef="#br0">10592.460 6508.108 767,'0.000'-6.125'0,"0.000"-1.577"-1,2.413 1.020-3,1.420 0.889 3,3.374-1.060 0,1.730 0.321-1,6.269-1.698-1,-3.291 3.030 0,-3.340 1.925 1,0.902 0.029 1,-2.792 1.130-1,8.903-1.851 0,-7.419 2.078 2,0.544 0.103 1,11.437-1.351-6,-4.137 1.042 1,-4.895 0.660 4,13.386-1.501-2,-11.973 1.492-1,6.830-0.640 1,0.287 0.120 0,-6.363 0.720-1,13.912-0.964-2,-13.490 1.181 7,0.097 0.077-4,0.238 0.230 0,14.810 0.103-1,-14.465 0.462 5,14.190 0.379-5,-14.496-0.020 5,6.614 0.646-1,-7.126-0.104-1,19.094 2.981-1,-8.588 0.172-2,-2.599 0.799 6,-6.979-0.807-1,-1.646 0.357 2,-5.009-1.342-4,8.440 5.396 1,-4.782-0.618 2,-3.914-1.070 1,-3.039-1.243 0,-1.477 1.788 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9:46:40"/>
    </inkml:context>
    <inkml:brush xml:id="br0">
      <inkml:brushProperty name="width" value="0.0529194456206428" units="cm"/>
      <inkml:brushProperty name="height" value="0.0529194456206428" units="cm"/>
      <inkml:brushProperty name="color" value="#00b0f0"/>
      <inkml:brushProperty name="ignorePressure" value="0"/>
    </inkml:brush>
  </inkml:definitions>
  <inkml:trace contextRef="#ctx0" brushRef="#br0">10579.460 6751.108 767,'5.506'-3.264'0,"1.385"0.461"-5,-1.268 0.525 5,4.465-1.440-4,3.321-1.012 0,0.621 0.082 2,-4.296 1.476 0,1.177-0.094 1,-3.202 0.929 0,10.153-2.771-3,-8.553 2.537 2,5.852-1.250-1,1.252-0.216 1,0.917-0.062 0,-5.343 1.393 0,14.180-2.488-1,-12.849 2.697 0,14.769-2.037 1,-13.798 2.402 1,7.954-0.749-3,0.416 0.325 1,0.440 0.323 3,-7.500 0.883-2,16.161-0.811 0,-15.837 1.202 3,0.016 0.115-3,8.291-0.178 2,-0.046 0.218-2,-0.306 0.193 3,-8.029 0.431-2,7.543 0.353 0,-0.747 0.343 1,-15.188-0.316 0,28.138 1.444 2,-28.625-1.262-2,19.044 1.912-2,2.509 2.214 7,-8.686-0.442-6,-3.057 0.136 3,-2.968-0.101 6,0.041 1.083 0,-4.459-0.778-9,-3.528-0.868 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9:46:40"/>
    </inkml:context>
    <inkml:brush xml:id="br0">
      <inkml:brushProperty name="width" value="0.0529194456206428" units="cm"/>
      <inkml:brushProperty name="height" value="0.0529194456206428" units="cm"/>
      <inkml:brushProperty name="color" value="#00b0f0"/>
      <inkml:brushProperty name="ignorePressure" value="0"/>
    </inkml:brush>
  </inkml:definitions>
  <inkml:trace contextRef="#ctx0" brushRef="#br0">11227.460 6278.108 767,'6.468'0.000'0,"4.119"0.000"-5,-0.424 0.000 2,-1.283 0.000 0,0.925 0.000 1,-1.971 0.000 1,0.488 0.000 1,4.605 0.674-1,-4.334 0.061 0,0.594 0.148 0,-2.799-0.253 0,7.603 1.402-2,-6.779-0.903 2,8.225 1.465 1,-7.555-1.115-2,0.200 0.139 1,9.046 2.676 0,-8.440-2.009 0,4.721 1.691-1,4.977 1.904 1,-9.153-2.741 0,4.790 1.869 0,0.136 0.446 0,0.076 0.577-1,-0.133 0.465 1,-0.291 0.364 1,-4.715-2.076-1,8.285 5.894 1,-8.874-5.102 1,3.674 3.440-2,-0.777 0.644 0,-0.912 0.594 0,-3.938-3.167 1,4.732 8.271 1,-6.100-7.331 1,1.575 4.815-2,-2.853-3.987 0,0.697 5.473 1,-1.048 6.170 0,-2.389-4.394 0,-1.079-5.138-2,-2.936 12.509-1,0.765-11.422 1,-2.624 6.661 1,0.754-5.920-2,-7.165 13.942-1,4.799-13.162 2,-0.741 0.171-1,-0.868 0.302 2,-11.802 15.082-6,9.089-14.407 5,-7.246 7.622-2,11.729-14.899 2,-22.343 23.233-4,13.577-15.389 4,-17.790 15.061-2,15.912-15.574-1,-9.523 6.574-1,-0.185-1.205 3,-20.664 12.091-1,5.438-5.973-4,7.057-5.971 8,7.387-5.428 0,6.913-4.608 2,6.000-3.697-4,8.416-3.984 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9-21T17:12:57"/>
    </inkml:context>
    <inkml:brush xml:id="br0">
      <inkml:brushProperty name="width" value="0.0881944444444444" units="cm"/>
      <inkml:brushProperty name="height" value="0.352777777777778" units="cm"/>
      <inkml:brushProperty name="color" value="#1b7ccb"/>
      <inkml:brushProperty name="tip" value="rectangle"/>
      <inkml:brushProperty name="rasterOp" value="maskPen"/>
      <inkml:brushProperty name="ignorePressure" value="0"/>
    </inkml:brush>
  </inkml:definitions>
  <inkml:trace contextRef="#ctx0" brushRef="#br0">12292.020 2691.712,'-13.000'0.000,"2.000"0.000,-1.000 0.000,-1.000 0.000,1.000 0.000,1.000 1.000,0.000 5.000,2.000 0.000,-6.000 8.000,6.000-4.000,-2.000 1.000,0.000 2.000,1.000 1.000,0.000 1.000,3.000-3.000,-3.000 8.000,3.000-3.000,2.000-3.000,1.000-2.000,1.000 0.000,-1.000-1.000,1.000-1.000,1.000 1.000,-1.000-1.000,1.000 1.000,0.000 6.000,0.000-1.000,2.000-4.000,0.000-2.000,-1.000 1.000,1.000 0.000,1.000-1.000,-1.000 4.000,0.000-2.000,0.000-2.000,2.000 2.000,2.000 6.000,0.000-4.000,-2.000-4.000,1.000 1.000,2.000 6.000,-2.000-6.000,-1.000 0.000,0.000-1.000,1.000 0.000,4.000 7.000,1.000-1.000,-3.000-7.000,5.000 3.000,0.000-4.000,2.000 0.000,-4.000-3.000,2.000 2.000,-3.000 1.000,4.000-4.000,1.000-1.000,-2.000-4.000,-1.000 2.000,-1.000 12.000,4.000 2.000,-6.000-6.000,2.000 2.000,0.000 1.000,-2.000-3.000,0.000 0.000,3.000 5.000,-1.000-3.000,-1.000-1.000,-1.000-2.000,2.000 2.000,0.000-4.000,2.000-8.000,1.000 1.000,0.000 1.000,-1.000 1.000,1.000-2.000,4.000-2.000,3.000-2.000,-4.000 0.000,6.000-2.000,-4.000 1.000,-3.000 1.000,7.000-3.000,-2.000 0.000,0.000 0.000,-2.000 0.000,-1.000 1.000,-2.000 1.000,-3.000 0.000,4.000-3.000,-6.000 2.000,-2.000-6.000,-3.000 3.000,-1.000-2.000,0.000 0.000,-1.000-1.000,-1.000 1.000,0.000 1.000,0.000-2.000,0.000-4.000,0.000 3.000,0.000 3.000,-1.000 0.000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9-21T17:12:57"/>
    </inkml:context>
    <inkml:brush xml:id="br0">
      <inkml:brushProperty name="width" value="0.0881944444444444" units="cm"/>
      <inkml:brushProperty name="height" value="0.352777777777778" units="cm"/>
      <inkml:brushProperty name="color" value="#1b7ccb"/>
      <inkml:brushProperty name="tip" value="rectangle"/>
      <inkml:brushProperty name="rasterOp" value="maskPen"/>
      <inkml:brushProperty name="ignorePressure" value="0"/>
    </inkml:brush>
  </inkml:definitions>
  <inkml:trace contextRef="#ctx0" brushRef="#br0">12985.020 2963.712,'-11.000'0.000,"0.000"0.000,-2.000 0.000,-2.000 0.000,1.000 0.000,2.000 1.000,1.000 3.000,2.000 2.000,-6.000 10.000,7.000-6.000,-1.000 0.000,-1.000 4.000,3.000-1.000,-1.000 4.000,4.000-8.000,0.000 0.000,0.000 2.000,0.000 1.000,0.000-2.000,1.000 0.000,-3.000 8.000,3.000-7.000,0.000 1.000,0.000-2.000,0.000 1.000,1.000 0.000,-1.000-1.000,0.000 2.000,1.000-1.000,-1.000 5.000,2.000-6.000,0.000 0.000,0.000 0.000,-1.000 10.000,2.000-10.000,-1.000 8.000,1.000-2.000,0.000 0.000,0.000-6.000,1.000-1.000,1.000 2.000,1.000 0.000,-1.000-1.000,2.000-1.000,4.000 7.000,-1.000-4.000,2.000-3.000,-2.000-3.000,1.000 1.000,1.000-4.000,4.000-2.000,0.000-1.000,-2.000 0.000,1.000 0.000,2.000-5.000,-2.000-1.000,1.000 1.000,5.000-2.000,-2.000 1.000,-6.000 2.000,-3.000-4.000,0.000 0.000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13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12895.020 3069.722 767,'-11.241'1.295'0,"-1.793"6.332"-4,0.327 3.706 2,-1.209 1.827 0,0.911-0.794-1,-5.124 3.717 3,8.231-6.505-1,0.660-0.135 0,0.556-0.255 0,-4.779 5.315 2,-1.362 1.334 2,5.580-5.532-3,-0.252 1.097 0,1.889-2.015-1,-0.002 0.100 0,-0.499 1.606-1,0.790 0.515 2,-0.664 2.062-1,2.016-2.323 2,-0.614 3.422-1,1.046 0.391 0,1.425-1.770 1,0.834-0.523-2,-0.079-0.438 0,-2.278 10.103 1,2.897-9.242 4,0.610-0.809-3,0.320 0.947-3,0.581 7.119 0,1.538 1.432 0,0.743-5.866 2,0.895 0.040-1,1.605-0.027 0,2.036-0.072 0,1.538-0.077 0,1.115-0.077 2,1.541 1.416-1,-0.239-0.971-1,1.476 0.403 1,-1.930-4.540-1,0.444-0.680 1,-0.394-1.615 1,-0.560-1.648 4,6.433 3.415-5,0.157-4.038 1,0.142-1.545 2,-1.920-2.184-1,-0.914-1.610-2,4.314-0.912 0,9.849-0.653-1,-8.920-0.619-1,-4.524-0.097 0,0.948-0.046 1,5.266-0.064-1,0.563-0.032 0,2.799-0.380 1,-4.203-0.563 0,0.357-0.723 1,0.421-0.784 0,-0.257-0.791 1,-0.731-0.757 0,3.913-2.141-4,-5.341-0.146 3,2.660-3.568-1,-1.900-1.628 4,-5.150 1.493-1,-1.739-0.819-3,-1.394-1.129 0,-1.083-1.296 1,0.264-4.902 2,-1.796-0.760-1,-1.773 0.817-1,-2.026 2.444-1,-0.673-7.042 0,-1.620-2.146 1,-1.708 1.387 2,-1.843-1.291-5,-2.038-4.973-2,-0.618 4.148 3,-3.873-10.627 0,-1.891-2.297 0,-1.503-0.623 6,-1.148 0.546-11,-2.584-2.651 0,-0.554 2.441 5,3.988 9.901 1,1.026 2.171 2,0.944 2.810 0,0.842 3.131 1,-0.871-0.564 0,1.901 4.188 2,1.897 3.581 0,1.695 3.784 3,-3.403-2.638 4,-3.150 6.202-5,-1.783 8.023-5,1.272 1.235-1,-0.359-1.405 0,-2.250-0.925 0,2.014-0.497-1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14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13483.020 3114.722 767,'2.382'17.731'-3,"-0.009"-5.969"1,-0.345 2.589 0,-0.119 2.729-1,-0.693-3.247 1,-0.124 1.429 2,-0.052-1.400-2,0.251 0.639 1,1.787 16.921-1,-1.211-12.617 0,-0.048 0.038 0,1.467 9.117-1,-1.107-10.995 3,0.045-0.229 1,-0.025-0.423-1,-0.076-0.565-1,-0.117-0.465 1,-0.145-0.370 2,0.789 8.588-3,-0.483-2.045 0,-0.736-5.432 4,-0.068 2.966-2,-0.551-3.454-1,-0.476-3.465 2,-0.739 3.040 2,-10.404-11.900-1,8.190-18.658 5,2.172 1.870-10,0.145-8.425-1,0.383 9.033 1,0.374-1.104 0,0.492-1.087 0,0.573-1.048 1,0.810-3.775-7,0.333-0.624 12,2.557-10.549-9,-1.901 12.694 4,0.059 0.472 0,4.262-17.199-1,-3.495 18.333 2,0.274 0.789 0,1.648-4.206 1,-0.164 1.067 1,3.414-8.428 1,-0.748 5.634-3,-3.283 9.401 1,0.170 0.605 0,0.387 0.382 1,0.548 0.197-1,1.958-1.823-3,0.909-0.003 3,7.524-6.394 0,1.236 2.458-2,-8.249 8.705 0,-0.104 0.928 0,6.904-3.070 0,-1.815 2.771 1,-2.201 2.368 0,5.994-0.160 5,-7.130 4.382-3,1.775 2.317 2,-3.002 3.842 2,2.904 6.167-9,-0.277 5.977 2,-3.743 0.638-1,-4.101-4.891 0,-0.035 1.673 1,2.941 15.337-2,-3.728-10.377 1,-0.440 1.529 1,0.794 11.613-2,-2.231-11.683 1,-0.324 1.045 3,-0.090 4.792-5,-0.379 0.696 2,0.072 13.623 4,-0.888-15.491-6,-0.176 0.630 2,-0.457 9.101-1,-0.797-0.668 3,-0.804-0.511 5,-1.446-0.777-10,-1.081-1.378 3,-1.927 5.206 0,1.119-10.087 5,0.169-2.930 4,0.345-2.988-10,-0.623 1.342 3,0.901-5.230 3,0.896-4.661 3,-0.869 1.609-4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15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14026.020 3265.722 767,'13.956'0.000'0,"2.474"-0.553"-5,-2.645-2.731 3,1.588-0.282 1,-0.923 1.048 1,4.797 0.219 0,-2.484 1.012-2,3.736-0.781 1,3.651-0.694-1,-11.371 1.313 1,0.410 0.015 1,0.567-0.148 0,0.678-0.274-2,2.878-0.533 0,-0.002-0.082 2,14.009-2.751-3,1.336-0.491 2,-16.333 2.713 0,-0.098-0.215 1,-0.110-0.083 3,-0.116 0.022-4,-0.315-0.094-1,-0.466-0.184 3,1.492-0.931-2,-1.385-0.361 1,4.431-2.274 0,-8.719 2.794 0,-0.736-0.128 0,1.926-1.806 2,-1.651-0.286 0,3.228-2.983 3,-0.765-1.934-5,-2.628 0.049 4,-1.387-2.100-3,-1.426-6.747-3,-3.920 4.547 2,-1.271-0.504-1,-1.005-0.195 0,-0.750-5.310 1,-0.712 4.505 1,-0.834 5.870-1,-1.766-7.654 0,-0.859 4.299 1,-1.808 2.353-2,-1.053 3.156 2,-4.214-3.526 0,-0.361 4.136 1,-2.587 2.773-2,1.450 3.153 0,-2.063 1.460 0,-2.419 1.196-1,0.640 0.908 1,0.729 2.273 1,-2.203 5.169-1,4.331 0.894-1,-1.677 3.060 1,6.485-4.794-1,-0.666 0.917-1,-0.483 0.906 2,-0.328 0.874-2,-0.197 0.614 1,-0.091 0.392-1,-1.677 2.154 0,0.149 0.002 1,1.827-1.865 0,0.184 0.128-1,0.200-0.010 2,0.203-0.117-1,0.205-0.197 1,0.199-0.256 1,-8.459 12.864 0,5.033-4.782 0,5.394-7.648 0,0.968-0.662-1,-0.391 0.973 2,0.399-0.531-1,0.131-0.462-2,-0.906 3.116 9,-0.272 3.129-9,1.364 0.769 0,1.352 1.616 1,1.219 1.238-1,1.023 0.230 0,0.807 0.333 0,0.756-8.631 0,0.163-0.087 1,0.210 12.609 1,0.190-7.886-2,-0.001-3.851 1,0.128 3.952 1,-0.007-1.521 0,-0.004 0.046-3,-0.019 1.629 6,0.372 0.077-3,2.478 1.469 1,-0.015-8.432-3,5.315 5.187 2,3.800-4.477 1,2.281-1.529-3,1.334-1.564 1,-3.308-3.323-2,-0.376-0.725 1,4.234 1.449 3,2.020-1.553 0,-6.703-2.337-3,-0.052-0.424-1,2.751-0.080 1,7.410-0.369 2,-1.623-0.605 0,0.484-0.297-2,-4.606-0.111 0,-1.571-0.007 2,2.065-0.334 0,4.800-2.873-2,-7.914-0.102 0,-2.198 0.292 0,10.007-3.898 0,-8.257 2.761-1,2.315-0.815 1,0.468-0.327 4,2.208-0.801-6,-3.593 0.935 2,1.787-0.594 0,-0.089 0.402 1,1.711-0.224 2,-2.422 1.015-2,-2.804 1.026-2,4.499-0.997 3,-5.784 2.159-1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17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13378.020 4139.722 767,'0.354'11.502'0,"15.675"-8.431"-4,-4.536-0.879 3,1.252 4.073-1,-3.214 1.367 2,-0.745 2.360 0,0.516 6.860-1,-0.329 4.903 0,-2.399-4.889-1,-1.041-0.815 0,-0.147 1.849 0,-0.360 1.534 1,0.005 4.440-1,-0.720 1.726 0,-2.543-14.117 0,1.469 15.498 0,-0.696 0.536 1,-0.774-3.361 0,-0.433-0.648-1,-0.246 3.978 4,-0.451-2.687-1,-0.337-5.694-4,-0.191-2.421 3,-0.136-2.314 2,-0.211-0.150 1,-0.684 4.171 4,-2.540-7.890-4,-6.353-15.847 2,7.422 16.243-1,-2.297 0.914-4,-3.714 3.923-1,-1.842 3.554-2,1.299-1.832 0,1.782-3.137 1,0.785-1.571 1,0.945-2.048 0,-2.622 4.312 2,1.378-5.211-1,-2.312-18.097 4,8.804-6.535 2,0.186 3.681-7,0.034-10.709-2,-0.010 8.080 2,-0.001-1.363 0,-0.001-0.911-1,-0.001-1.032-1,-0.002-1.051 1,-0.002-6.146 1,-0.003-1.789 1,0.443 4.677-1,0.721 0.339 0,1.754-1.373 0,0.831 5.164-1,1.616-2.061 2,0.123 4.233 1,3.951-3.921 6,2.387 0.949-11,8.622-8.269 5,-0.358 3.654-5,-2.574 4.452 3,1.025 0.416 6,0.931 0.895-9,0.808 1.167 0,2.539-0.720 2,-0.395 0.766 3,-3.338 2.457 0,-1.433 0.943-1,0.904-0.597 1,-3.226 2.354-1,-3.177 2.354 1,-2.868 2.147 2,2.492-0.897 1,-0.476 5.641-1,0.310 2.681 5,4.090-0.832-7,-2.698-0.373-3,-0.348 1.517 2,0.073 4.803-1,-2.490 3.109 3,-3.431-0.892-1,2.004 0.461-2,0.257-1.592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18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13951.020 4411.722 767,'4.317'10.205'0,"7.897"-5.468"-4,3.308-4.204 4,1.851-0.614-2,-5.652 0.025 1,-0.069 0.005-1,1.038 0.000 0,0.846 0.005 1,0.672 0.003 0,2.429 0.002-1,0.342 0.007 1,2.175 0.003 0,-3.965 0.012 1,6.838-1.421 0,-6.005-0.540-1,-2.545-0.201 3,-2.507 0.055-1,4.460-1.422 1,-3.516-0.553-3,-4.171-4.794 6,3.484-8.569-1,-3.330 5.160-6,-0.230 0.182-1,-0.760 0.955 1,-1.028 1.357 1,2.572-5.333-1,-2.608 1.840 2,-9.767 1.879 4,-5.460 5.393 1,-0.983-0.662-4,-0.952 2.272-1,-3.707 1.067-1,0.263 1.298 0,-5.035 0.587-1,4.303 0.931 2,3.699 0.398 0,0.578 1.473 0,-3.173 2.604 1,1.092-0.248 0,1.160 0.936-1,1.508 1.053 0,0.745-0.582 0,-2.334-0.169 1,1.461-2.183-1,5.329 7.621 0,-2.944 5.719 0,3.127-6.269-1,-0.713 1.810-1,-0.579 1.448 1,-0.458 1.122-1,-1.317 2.834-1,-0.252 0.594 2,0.343 0.276-1,0.720 0.042 1,0.321 1.814 0,1.268-0.465 0,1.601-2.874 2,0.940-1.171-1,1.036-2.684 1,0.582-0.943-1,-0.353 9.116 3,1.570-8.743 0,0.374-0.090-1,0.409 8.520-1,0.251-3.967-2,0.118-0.281 2,-0.038-0.985 0,-0.171-2.532-1,-0.116 1.120 1,11.879-2.639 1,1.531-5.511-1,3.824-1.078-4,2.760-1.159 1,-1.869-1.498 2,-2.736-1.060 0,-4.358-0.610 0,1.290-0.238 1,5.707-0.145 1,-7.062-0.861-3,1.704-1.495 0,2.903-1.446 0,-2.380-0.275-1,0.850-0.776 1,1.013-0.671-1,0.705-0.563 1,0.452-0.459 2,3.414-1.694-4,-1.922 0.607 2,-1.155 0.322 0,-3.423 1.393 0,-3.275 1.389 1,1.980-1.106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19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15007.020 4200.722 767,'-11.088'0.000'0,"-1.728"0.000"-3,1.811 0.000 2,-3.530 0.000-1,1.678 1.295 2,-0.615 4.574 0,2.933 1.821 1,0.824 5.651-3,4.515-3.051 1,0.624 0.441 1,-0.106 1.706-2,-0.400 3.692-1,0.428 1.826 1,0.119 1.504 1,-0.096 1.200 0,0.682-1.923-1,0.304 0.091 1,0.389 0.236 0,0.431 0.332 0,0.203 2.489 0,0.532-0.336 2,0.396-0.385-1,0.701-5.265 0,0.025 4.117 0,0.457-5.002 0,0.111 6.997 1,0.277-2.248 2,0.153-4.632-2,0.088-2.327 0,0.238 6.344-1,0.009-6.886 3,1.980-1.189 0,9.414-13.647 3,3.293 1.142-6,-4.607-5.195-1,0.146-3.400-1,-0.253-5.505 0,-4.641 5.639 1,0.922-1.509 0,1.051-1.245 0,2.373-3.737-1,1.282-2.269 0,4.414-10.015-1,-2.571 1.621 2,0.312-1.473-2,-2.587 4.542 0,2.529-9.099 4,-0.561-3.416-6,-1.896 2.237 9,-0.619-0.733-10,-5.860 19.519 5,4.214-16.696-1,-0.590-1.138-1,0.446-5.022 2,-0.447-0.113 2,0.109 0.427 6,0.479 0.766-12,-1.122 5.243 1,-0.467 1.234 4,0.492-1.345 1,-0.275 3.157 0,-2.005 8.230-1,-0.473 1.550 1,0.510-2.896 2,-0.910 2.584 1,-0.329-1.320 3,-1.162 2.337-4,-1.008 3.629 0,-0.711 3.074-1,-0.240-3.275 3,-2.932 30.331-1,1.943 8.218-7,-0.001-2.100 1,-0.001 5.332-1,0.002 4.240-1,-0.003-2.112 1,0.001 15.017-3,0.000 5.538 1,-0.002-2.718 6,-0.000 1.919-9,-0.003-36.479 6,0.002 43.302-6,-0.002-0.972 4,0.000-8.077 0,0.000-2.568 3,0.000 6.873 1,-0.001-14.462 12,0.000-0.521-17,0.000-5.098 6,0.000-2.072 5,0.000-6.782 6,0.000-5.985-11,0.000 1.786 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20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15414.020 4139.722 767,'0.000'12.807'0,"0.000"3.112"-5,0.000-4.849 4,0.000 2.759-2,0.000 2.727 1,0.000 2.952 1,0.000 2.974-3,0.000 8.929 0,0.000 1.462 1,0.000-3.224 1,0.000-6.753-1,0.000 3.087 1,0.000-0.272 0,0.000-0.699 2,0.000-0.968 6,0.000 1.954-8,0.000-6.946 1,0.000 6.336 2,0.000-1.938 1,0.000-6.235 0,0.000-1.558 2,0.000 1.581-5,0.000-2.211 2,0.105-1.475 1,0.594 4.582 3,2.539-6.643-2,7.980-14.739 0,1.379-6.359-1,3.640-6.389-3,-4.913 2.450-2,2.959-3.787-1,-1.407 1.283 2,4.050-6.760-3,-2.628 1.876 3,2.387-4.093 3,-3.454 3.921-4,3.176-8.708 2,-1.386-2.299-2,0.594-4.811-3,-4.473 6.710 9,-5.700 15.287-6,4.888-14.224 1,-0.462 1.460 1,1.863-6.250 4,-3.580 9.346-2,-1.240 2.849 4,-1.227 2.920-5,-0.263-0.311-1,-1.652 5.014 18,0.082-1.542-28,-5.382 27.268 19,0.938-0.595-1,0.565 7.220-4,0.031-5.096-5,0.004 6.105 0,0.003 3.690-1,0.000-0.596 0,0.000 1.396-1,0.002 7.435-1,-0.003-5.155 3,0.353 0.438 0,0.586 0.148 1,2.045 17.084 4,0.950-7.529-7,0.014-7.754 3,0.737-1.151 2,0.216-1.508 3,-0.146-1.659-7,-0.832-4.342 1,-0.401-1.765 4,0.638 2.764 1,-0.619-4.249-1,-0.524-4.035 0,1.872 2.422 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20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16379.020 4185.722 767,'-13.740'0.000'0,"0.873"0.000"-4,0.726 0.000 3,-0.185 0.000 1,-1.670 0.353-1,2.117 2.613-1,-1.256 5.373 3,-2.745 7.835-4,5.358-4.136 2,-1.841 4.029-1,2.076-0.700 1,-2.682 7.213-3,0.332 2.704 1,0.590 1.526 5,0.713 0.659-7,-1.882 7.492 2,3.282-4.808 1,1.389-0.108 3,1.516-0.626 1,2.359-6.819 0,0.898-1.025-6,0.333 3.218 2,1.072-2.666 4,0.859-2.783-1,0.660-2.654 2,1.040-2.375 0,1.200-2.021 1,1.218 0.022 0,4.780 4.834-1,1.372-2.454-1,0.660-4.684-3,2.463-3.237 2,0.318-6.049 0,2.400-6.033 0,2.571-3.353-3,-6.041 2.651 1,7.244-3.411-1,-1.065 0.829 0,1.265-1.574-1,-4.630 1.896 2,0.791-1.039 2,-2.828 1.386-2,-2.781 1.552-1,2.035-2.002 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21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16515.020 4486.722 767,'15.004'0.000'-3,"-3.504"0.000"2,7.223 0.000-2,-7.203 0.000 1,-0.382 0.000 1,6.561 0.000-1,-1.509 0.000 2,-2.342 0.000 2,1.255 0.000 0,2.452-2.591-2,-4.622-1.371 0,2.358-1.904 0,0.631-0.796-3,2.699-1.424 0,4.545-2.705 0,1.010-1.398 0,0.137-0.664 1,-0.464-0.130-1,1.931-1.366 0,-6.236 2.596 2,-1.616-0.334 0,-1.996-0.375 2,2.535-5.405 1,-3.055-0.186 2,-4.955 3.389-4,-2.080 0.052 2,-0.145-1.290 0,-2.705 3.170-2,-0.224-1.820 1,-1.184 1.090 4,-1.050 1.363-4,0.575-8.467-4,-2.777 5.351 4,-4.056 4.427 2,-5.249 3.724 1,-3.618 3.748-3,-2.729 2.318-2,-2.790 1.150 0,-0.237 0.383 0,-0.131 0.081-1,1.318-0.084 2,2.029-0.163 1,-0.609 1.142-1,2.381 0.580 3,-0.460 0.217-4,-5.600 2.158-1,7.747-0.947 0,-1.096 0.734 2,0.646 0.072 0,-0.671 0.539 1,-0.254 0.860-2,0.057 1.050 0,-1.211 1.388-1,0.602-0.119 1,-0.886 1.488 1,2.833-1.448-1,-2.527 3.476 1,0.612 1.737 4,1.952-0.744-4,0.653 0.124-2,0.614 0.669 0,0.555 0.999 1,1.760-1.029 1,0.875 0.480 1,-0.541 2.109-1,2.004-2.717 0,-1.274 7.425-1,1.073 1.275 1,0.964-1.909 2,0.106-0.078-4,-0.074 1.786-1,0.580-0.765 3,1.174-4.778-1,0.417-0.475 2,0.235 1.043 0,0.461-1.168 0,0.848-1.717 0,1.060-1.985-1,1.676 3.198 1,1.139-2.648 4,1.120-0.408-1,0.952-0.590-4,0.772-0.665-2,0.599-0.663 0,6.365 5.041 2,2.623-3.865 1,-2.804-3.577 0,-2.585-0.463 0,1.581 1.006 1,0.646-2.130-2,7.703 0.430-1,-6.710-3.198 0,2.626-0.233 0,5.641-0.023-2,-0.877-0.981 1,5.261-0.593-1,1.577-1.113 1,-15.455-0.444 1,15.836-1.702 0,-0.434-0.863-3,-0.483-0.599 0,-6.483 0.037 4,1.603-1.219 2,-2.016-0.687 1,-2.037-0.602-5,-1.957-0.512 5,-3.150 0.453-2,-0.766-0.306-3,-2.317 0.663 4,-0.499-0.217 2,8.523-6.584-1,-5.873 2.883-3,-2.767 1.450 0,2.263-3.184 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22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17948.020 3687.722 767,'0.000'11.244'0,"-8.750"8.729"-5,2.791-7.373 2,-4.822 12.152 1,-1.074 0.582-2,4.458-9.518 1,-0.027 0.462 0,-1.267 3.159 3,0.019 0.174-1,1.282-3.015-2,0.030-0.393 1,0.220-0.540 1,0.358-0.641 1,-5.116 14.135-1,6.454-15.005 2,0.237-0.270-1,0.323-0.181 2,0.382-0.107 2,0.420 0.151-1,0.435 0.351-4,-0.007 2.775 0,0.578 0.269 1,-0.207 10.911 0,1.656-10.546 0,0.310 0.662-1,0.432 3.889 0,0.792 0.660 1,2.450 19.650-3,2.336-3.712 0,-0.566-11.303 2,0.750 0.045 0,-0.215-4.218 3,0.454-0.455-3,2.159 6.817-3,-1.398-8.282 3,-1.932-7.313 1,4.645 14.091-1,-1.902-7.450 1,0.214-0.693 1,0.198-0.673 2,0.179-0.638 0,5.811 10.730 0,-4.100-9.830-5,-0.453-0.936 0,-3.693-8.395 3,6.724 14.368 0,-2.372-6.410 0,-1.245-3.198 2,-0.086-0.694-3,-1.181-2.592 3,-0.024-0.548-1,1.875 2.641-2,-0.648-1.158 1,-0.835-1.182-2,1.001 1.526 1,-1.440-2.664 1,3.038 3.012 1,-0.903-6.067 2,7.758-6.845 2,1.509-0.960-7,-1.987 0.030-1,-0.882 0.017 0,-1.904 0.062 0,6.151-0.253-2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22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18853.020 3973.712 767,'11.303'0.000'0,"-2.537"10.442"-4,-2.149-0.698 3,12.340 15.025-3,-1.562-4.864 0,1.245 2.565 0,-2.634-3.797 2,0.377 0.679 0,-0.151 0.630-2,4.372 4.151 2,-0.725-1.249 3,-12.043-13.977-1,6.906 8.443-1,1.664 3.774 0,-5.877-7.005 3,-0.824-0.738 1,3.293 4.727 0,0.137 0.797-3,-1.203-0.915 2,2.189 5.677 0,-7.437-11.602-2,-0.165-0.152-1,2.130 6.353 4,-3.929-6.813-2,-0.429 0.134-4,0.102 1.929 2,-0.618-0.222 1,0.397 6.594 2,-1.785-6.116-4,-0.485-0.318 0,-0.177 1.834 3,-0.782-3.956 1,-0.111 3.775-2,-0.400-3.980-1,-0.028 10.327 2,-0.638-1.024 0,-1.423 0.113-1,-1.272 1.170 0,0.425-9.871 0,-1.420 3.129-1,-0.879 1.138 0,0.133-1.905 1,-0.511 0.134-2,-9.399 16.589-1,4.640-12.354 2,-0.655 0.081 0,-5.866 6.741 1,4.828-8.386 1,0.049-0.647-1,-5.143 4.821-4,7.094-9.328 3,0.571-0.772 1,-2.034 2.096 3,0.991-1.759-1,0.945-1.791-2,-1.194 0.348 2,2.122-2.574 2,-2.470 1.640 1,3.408 0.247 0,-6.150-7.915-2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26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12307.020 6538.712 767,'-11.462'0.000'0,"0.420"1.296"-3,-2.795 3.618 2,-4.757 3.758-2,8.636-3.463 1,-0.598 0.669 1,-12.955 7.007-1,5.305-3.082 0,0.412 1.105-2,4.112-0.999 4,-3.272 3.357 1,3.705-1.718-3,-5.682 7.774 5,6.522-4.514-6,-3.405 7.521 4,2.164 0.536-2,0.723 0.646 0,5.096-7.852-2,-1.456 5.451 2,1.082 0.741 4,1.221 0.570 0,1.241 0.420-6,1.574-2.683 0,0.860-0.346 3,1.123-0.121 0,1.257 0.047 0,1.644-0.189 0,1.844-0.350 1,3.652 8.056 0,1.426-3.611-1,4.747 5.534 0,0.188-5.005 3,3.227 2.743-6,1.112-0.287-2,-1.181-4.214 9,-3.274-6.730-7,-5.388-7.007 1,7.727 6.801 0,0.469-1.922 2,-0.030-2.009 0,-0.388-1.972 8,-0.598-1.505-7,-0.719-1.096 1,-0.798-1.111-3,-0.814-1.066 0,2.301-0.893 6,-0.376-2.178-4,-2.515-1.674 0,0.707-1.300 1,3.213-3.044-2,2.035-3.485-1,5.397-7.226-1,-2.620-2.823 0,4.308-6.849-2,-2.267 0.020 2,3.907-7.205 0,-4.741 2.761-4,3.563-8.734 7,-0.064-3.950-8,4.847-16.772 3,-2.488-4.742-3,-7.723 11.553-1,-2.549-0.491 5,-1.197-4.752 0,-3.167 3.705 1,-2.174 0.545 0,-3.040 7.468 3,-2.440 5.594 2,-2.445 9.312 0,-1.840 8.314 6,-1.313 6.978 4,-3.052 0.261-9,-8.942 14.431 22,1.634-3.084-23,2.029 14.852-2,5.487 9.934-4,1.787-5.129 1,0.104 3.666-1,-0.018 6.421-1,0.236 2.913 0,0.448 5.972 0,1.099-5.287 1,1.074 8.810-1,0.913-6.637 2,0.939 0.176 1,0.884-0.309-26,1.159 2.966 50,-0.453-9.171-17,1.316 1.590-10,0.548-2.418 0,1.364-0.103 6,0.361-3.205 0,0.204-3.006 4,0.087-2.693-5,2.550-0.605 4,0.761-3.857-1,-1.738-4.003-1,7.897 1.294-1,-3.633-5.628-1,-1.130-0.310 6,-1.981-0.923-5,-3.052-14.437-3,-3.793 1.987 1,-0.118-0.578-1,0.142-2.034-1,0.708-0.489 0,-0.732 2.522 1,-0.078 0.077 0,-0.257 0.226 0,0.029-0.956 0,-0.557 0.532 1,-0.335-0.532 0,-0.690 0.783 1,0.500-7.081 1,-3.006 1.274-1,-4.606 4.532 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27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12940.020 6522.712 767,'11.304'0.000'0,"-0.489"3.379"-4,-3.127 8.527 3,2.970 16.582-3,-3.555-3.299 1,-1.031-1.832 0,0.261 2.256-1,-0.208 1.572 1,-1.690-4.397 0,0.138 4.549-1,-0.568 0.692 3,-0.593 0.258 1,-0.583-0.069 4,-0.341 3.127-9,-0.618-0.798 2,-0.427-0.851 4,-0.662-7.396 0,-0.157 4.646 0,-0.295-2.325 0,-0.219-2.592 0,-0.155-2.621 5,-0.162-0.100-9,-0.074-4.427 5,-0.304 3.363 9,-0.645-29.534-5,-1.342-1.497-7,-0.778-14.097-1,1.611 5.571 0,0.146-4.267 0,0.195-3.597-2,0.324 1.259 0,0.172-1.533 0,0.543-4.649-1,0.911 0.037 3,1.262-7.068 0,0.859 8.300 1,0.205 4.614 1,-0.169 8.085 1,2.436-8.228 0,0.873 2.039 5,-0.487 4.877-9,-0.132 2.025 5,0.007 2.355 1,0.101 2.482-3,0.902 0.836 1,0.207 2.170 1,1.759-0.019 5,0.096 1.909-3,6.859-3.004-3,1.854 5.665 0,-1.015 4.112 1,0.510 1.900-3,0.934 1.138 0,-4.175 0.342 0,3.747 0.304 2,0.155 2.535 0,0.663 8.793-1,-8.499-2.501 0,0.046 1.831-1,1.308 3.629-1,-2.436-0.712 0,-0.255 1.383 0,-0.213 0.949 1,-0.526 1.329 1,-0.725 1.534-1,-0.832 0.878-2,0.109 6.787 2,-2.435-7.533 0,-0.607 0.843 0,-0.314 4.907 0,-1.019-5.826 3,-0.326 0.306-2,-0.453 4.007-1,-0.799 0.737-1,-0.443-3.371 0,-0.333-0.051 1,-0.454 3.260 1,-0.203-0.549-1,-0.808 9.865 0,-0.064-1.487-1,0.203-4.460 4,0.296-5.022 0,0.326-4.967-1,0.320-4.535 0,-0.301 2.338 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27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13709.020 6658.712 767,'0.000'20.613'-4,"-0.199"-6.484"2,-0.349-1.597 0,-1.374 19.537-3,0.419-7.694 2,-0.521 12.382-2,0.081 1.975 1,0.171-0.041 2,0.679-11.872-1,0.131-0.362 3,-0.271 13.833-4,0.472-9.686 5,0.105 2.541 1,0.227-4.858-2,0.496-12.495-1,0.524-2.223 5,1.104 2.082-4,0.376-3.831 4,2.087 3.231 11,3.561-4.872-14,6.357-8.893 3,1.762-2.985-6,-5.261-2.308 1,-3.909-4.790 2,-1.025-5.656-1,-1.738-2.807-1,-1.589 5.267 0,-0.085-1.562-1,-0.123-1.276 0,-0.154-1.018-1,-0.172-0.974 1,-0.182-0.915 0,0.014-3.563 0,-0.247 0.044 0,0.109-8.582-1,-0.560 7.356 2,-0.233 1.811 0,-0.196 2.028 0,-0.148 0.162 1,-0.159 2.340 3,-0.126 0.796 1,-0.099 2.234-2,-0.126-5.523 6,-0.022 4.164-5,-0.170 2.533-2,-4.709-8.524-3,-2.674 5.141 2,-4.115-3.797-1,0.682 1.879-1,-0.236-0.243 2,0.929 3.520-2,2.973 4.886 1,-0.128 0.849 0,-3.276-1.625 2,0.435 1.943 0,0.682 1.826 0,-5.650-3.713 0,1.476 2.077 4,-0.546 2.427-5,3.035 3.814 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28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14554.020 6357.712 767,'0.000'11.790'0,"0.000"5.458"-5,0.000-3.710 5,0.000 3.454-3,0.000 12.170-1,-0.270-6.233 0,-0.463 2.136 1,-2.073 16.648-1,0.392-11.353 0,-0.250 0.582 1,0.993-13.276 1,-3.104 18.793-1,0.784-8.827 1,-0.216 0.301 0,-1.644 9.315 1,1.159-9.602 1,-3.211 18.859 5,2.568-14.222-8,0.345-0.922 1,1.035-5.210 1,0.357-0.655 6,0.376-0.990-8,0.381-1.228 9,-1.116 15.427-12,1.112-4.511 9,1.567-17.062-2,0.250-1.444 0,0.289 2.474 3,0.720-2.817-1,0.750-2.729-2,1.871 2.868 4,1.575-3.081 2,3.418-1.084-2,9.138-1.157-4,0.934-5.082-2,-3.001-3.280 0,0.157-2.075 1,-4.319-3.165 1,-1.655-4.571-1,0.235-2.783 0,1.468-2.459 0,-1.663 1.531-1,0.730-1.882-1,4.495-6.735-2,6.360-10.568 1,-4.065 4.225-2,-4.527 6.394 3,-0.646 0.123-1,5.253-12.245 0,-2.645 2.604 2,-1.898 1.022-1,-3.047 4.313 3,-4.827 12.349-1,-0.724 1.083 2,0.414-5.293 4,-1.442 1.421 2,-1.405-1.500-1,-3.669 0.679-6,-4.814-0.924-1,-8.490-2.852-1,5.623 9.085 0,-1.685-0.476-1,-1.597-0.483 0,-1.484-0.474 0,-20.786-11.750-2,-3.739-0.282-1,11.792 8.608 2,6.037 4.645 1,7.151 3.825 1,-17.571-5.039 3,7.046 3.909-5,-0.948 0.952 5,-0.645 0.933-2,-0.390 0.891-2,-0.180 0.835-1,-0.009 0.771 6,-28.889-1.388-8,15.234 2.850 3,7.436 1.236 2,7.521 0.820 0,6.889 0.496 1,5.884 0.254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29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13770.020 6553.712 767,'13.943'0.000'0,"0.714"0.000"-5,-2.915 0.000 3,3.864 0.000 2,-3.565 0.000 0,1.040 0.000-1,3.254 0.000 0,-1.159 0.000 0,3.043 0.000 0,4.074 0.000 1,4.678 0.000-2,-12.103 0.000 2,1.218 0.000-3,4.481 0.000 3,1.688 0.000-3,21.121 0.000-1,-1.638-1.105 1,-16.100 0.218 0,0.386-0.154 1,9.053-0.465 1,-8.485 0.328 2,4.505-0.473-6,-0.236-0.437 4,13.012-1.272-1,-18.032 1.265 2,-0.675 0.025 5,-0.602-0.122-9,-0.526-0.239 2,-0.651-0.518 3,-0.734-0.728 5,-0.566-0.868-6,-0.419-0.960-2,3.193-2.284 4,-0.397-1.283-2,11.390-8.489 2,-11.225 3.899-2,-0.698-1.090 0,2.693-2.831-1,-0.687-0.040 0,1.970-2.083 0,-1.630 0.362 0,-4.674 2.901 1,-1.915 0.957 0,-1.937 1.057 1,-1.863 1.080 0,-1.721 1.044 1,-1.540 0.970 0,-1.338 1.225 3,-1.132 1.348-2,0.534-0.413 0,-2.072 1.445-1,2.604-3.739 2,-3.798 2.668-1,-1.071-1.238-2,0.283-1.804-1,-0.442-2.137 0,-1.399 1.082 3,-1.238 2.014-6,-4.256 22.537 6,0.703 5.965-4,-1.005 3.702-1,-0.254-4.408 0,-0.238 3.890-1,-0.100 3.204 0,0.004 2.564 0,-0.454 12.877-1,0.569-5.630 0,0.849-18.820 2,-0.435 16.133-1,0.171 0.749 1,0.164 0.822 4,0.148 0.835-4,0.068 4.425 7,0.222-8.388-8,0.061 4.574-1,0.080 0.409 2,0.066 0.099 1,0.050-0.125 8,0.043 3.487-13,0.031-1.488 5,0.017-1.841 1,0.009-1.972 0,-0.006-5.524 1,-0.003-1.919 1,-0.004-2.203 0,-0.006-2.304 0,0.006 2.694 0,-0.012-5.146 1,-0.012-4.798 0,0.006 1.779 3,-0.042-26.475 1,0.273-6.701-6,0.462 6.160-2,1.231-6.863 0,1.415-5.292 0,1.943-8.149-3,1.159-3.400-1,2.326-4.454-1,-0.591 8.347 2,2.607-5.043 0,-0.308 4.510 1,-0.830 5.249 1,-1.108 5.332 10,-1.203 4.996-9,-1.174 4.411-1,3.135-1.660 6,2.520 11.173 7,-3.636 10.635 1,-2.410 8.200-9,-2.874-2.875-4,-0.063 1.093-1,1.048 6.039-1,0.682 3.902 1,1.724 12.384-2,-1.334-3.857-1,-3.019-19.735 4,2.270 14.622-2,-0.016 0.306 0,-0.691-3.267 5,-0.248 0.390-4,0.436 7.092 4,-0.563-1.122-3,-0.351 0.784-2,-0.655-3.524 2,-0.580-3.803 1,-0.486-3.700 1,-0.374-3.054 1,-0.333-4.246 4,-0.253 3.019 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30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15369.020 6869.712 767,'11.877'0.000'0,"0.337"0.000"-4,3.193-0.354 2,3.910-2.122-1,-7.484 0.713 2,0.452-0.049 0,0.020 0.074 0,8.832-0.954-1,-1.301 0.665 1,-1.356 0.658 4,0.259-0.480-2,-5.619-0.679 0,1.495-1.032 0,-1.938-0.252-2,1.163-1.211-1,5.475-2.680 0,-1.940 0.016 1,3.898-2.996-1,1.241-2.082 0,3.707-4.262 2,-4.170 0.422-4,-0.079-2.052 0,-0.740-1.643 3,-1.172-1.273 1,-1.427-0.950 0,-0.069-2.776-4,-2.727 1.089 0,-3.610 4.035 5,-1.540 1.531 0,3.351-8.944 0,-6.857 11.026 1,-1.722 2.131 6,-1.490 2.078-5,-1.138-7.634 2,-4.727 5.074-6,-2.775 2.590 6,-7.528 0.146-1,2.286 6.839-5,-6.012-0.706 0,4.797 3.453 0,-0.883 0.724 0,-7.502-0.026 1,0.389 1.080 0,-3.002 0.716-1,-0.493 0.356 3,11.271 0.169-3,-1.133 0.476 0,-8.367 2.148 0,-2.606 2.009-1,1.021 0.679 0,-0.929 0.908 0,-0.577 0.663 0,-0.303 0.461-1,2.967-0.255 1,0.490 0.811 2,-2.259 2.617 0,0.261 1.754 0,2.662-0.365 0,-0.043 0.869 1,0.566 1.058-1,0.973 1.141-1,-7.216 10.004 0,5.986-3.059 0,4.786-4.117 1,0.582 0.450 1,-2.460 5.455 3,1.442 0.381-8,3.220-2.375 3,1.863 0.075 2,1.165 1.998 0,2.166-0.980-1,1.602 2.214 1,1.884 0.383 0,1.755-7.434 1,0.638-0.435-1,0.494 2.122-1,0.480 0.061-1,1.232-0.265 1,1.669-0.470 2,0.265-4.937-1,0.807-0.716-2,1.852 1.347 1,1.381-0.421 0,3.321 2.673 0,0.802-1.366 2,3.169-0.132-1,-0.366-4.293-2,-0.484-2.460 1,0.830-1.264 2,5.644 0.527-1,2.078-0.981-4,-8.690-3.376 1,-0.077-0.438 2,0.198-0.437 1,0.411-0.426-2,16.559 1.520-1,-13.686-2.658 1,0.872-0.314 5,22.498-0.780-6,-26.197-0.627 2,16.982-2.338-2,-6.341-0.331-2,1.418-0.884 3,1.231-0.794 2,1.056-0.701-4,0.676-0.811 2,0.361-0.874-1,16.153-5.053-3,-8.675 0.864 2,-15.836 4.456 1,33.304-12.972-1,-43.361 15.611 3,32.368-13.327 0,-1.386-1.639 4,-11.715 4.182-9,-1.394-0.439 0,25.911-17.325 11,-17.518 7.945-5,-8.266 3.965 0,-7.581 4.253 0,-6.479 4.038 0,-5.229 3.545-1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30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16334.020 6507.712 767,'8.608'8.606'0,"-1.942"2.749"-4,-1.391 10.030 2,-1.281-0.330-1,3.128 17.045-1,-0.831-4.554-1,-2.069-11.280 1,0.356 1.438 2,0.979 6.003 2,-0.041 1.832-5,-0.229 1.315 1,-0.363 0.882 4,1.320 14.684-5,-2.963-19.857 3,-0.379-0.758 0,1.622 25.207-1,-2.700-27.923 3,-0.308-1.224 0,0.310 14.440 7,-0.736-6.798-6,-0.544-7.009 5,-0.376-6.512-6,-0.242-5.630 9,-0.416-0.404-16,-0.913-24.465 14,1.337-3.516 0,1.160-4.573 0,0.636-2.105-8,-0.181 7.669-2,0.769-1.320 2,4.020-24.712-5,-2.266 13.734 3,0.018-2.225 0,-0.285 2.976 1,0.531-1.081 0,5.775-21.258-1,3.871-3.839-4,-0.710 10.642 4,2.271 0.965 1,-7.446 20.960 1,11.473-19.466 5,-14.554 29.839-6,18.798-27.631-2,-17.720 28.240 4,23.666-26.430-1,0.035 5.593 0,3.627 1.124 10,-23.663 20.816-11,36.251-22.421 1,5.621 2.446 2,4.394 2.713-9,-41.898 19.225 6,0.115 0.200 1,49.436-16.018-5,26.492-1.839 7,-72.088 19.207-4,0.080 0.165 1,59.125-11.338-5,-18.522 5.144 3,0.065 1.225 14,-0.304 1.208-18,-0.583 1.166 1,-1.000 1.099 4,-1.298 1.019 13,6.962 0.447-16,-2.906 1.107-1,-42.953 2.474 7,31.282-1.092 1,-2.204 0.579 1,-30.836 1.029-2,55.625 0.848 5,-4.670 3.657 2,-29.003-0.923 0,-2.841 0.489 5,-23.038-2.395-13,28.919 5.752 7,-8.501-0.146-6,-3.485 0.300-1,-0.725 0.988 3,-4.648-0.421 6,-4.377-0.665-1,-0.572 1.208-7,-6.209-1.693 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32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11990.020 8302.712 767,'13.666'0.000'0,"-0.266"0.000"-4,0.256 0.000 1,0.683 0.000 3,1.108 0.000-2,-0.770 0.000 1,2.065 0.553 2,-5.718 0.864-1,1.260 1.571-1,-0.357 0.780 0,3.336 2.187 0,1.233 1.727 2,0.581 1.734-3,-2.856-0.489 0,4.658 4.963-1,-0.277 2.144 1,-0.850 1.835 4,-1.186 1.518-5,-0.833 0.842-1,-4.547-3.123 3,1.403 7.111 0,-1.963 1.851 1,-2.730-2.077 1,-1.475 0.513 1,-0.144 6.819-6,-2.691-5.713 3,-0.574 3.576 0,-1.468-6.078 2,-0.434 7.848 2,-0.657 1.233-4,-0.424-3.729 1,-0.266-0.742 0,-0.179-1.459-4,-0.108-1.897 3,-0.131 0.327 0,-0.005-2.861 0,-0.057-0.966 4,0.087-4.524 0,0.106-4.220 17,-0.210 1.667-29,0.277-24.946 16,1.053 0.072-3,3.827-2.943-3,-0.010-0.702-3,2.404-4.975 1,-0.604 3.999-1,1.638-3.502 0,2.553-8.018 0,-1.128 1.051-1,0.318 1.084 0,-0.527 3.896 0,4.623-7.868 4,1.454-0.864-6,1.450-0.331 8,-2.151 6.376-7,2.966-3.246-1,0.177 0.691 3,0.027 1.736 1,-0.080 2.403 8,-0.529 2.406-11,-0.825 2.299 0,-0.997 2.111 3,-1.071 1.881 4,-0.722 1.626 2,-0.436 1.370 0,1.345 0.092-1,-0.140 1.139 0,-0.047 0.853-4,0.023 0.607 1,3.926-2.115-1,-2.618 1.567 0,0.720-0.609 0,-2.893 1.525 0,4.584-2.625 1,0.365-0.157-4,2.434-1.332 4,-2.512 1.450-3,-3.094 1.765-1,-3.183 1.803 3,3.358-1.849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33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12970.020 8543.712 767,'8.427'7.517'0,"2.238"-1.153"-4,2.940 1.865 2,-0.391 0.665-1,-1.720-1.805 3,-0.176-2.154 1,0.971-2.351 0,4.415-1.327 0,-4.757-2.663-2,2.055-2.842-1,-2.239-0.468 1,0.221-1.068-1,5.215-3.718 0,-2.994 0.128 1,0.205-1.013-1,-3.153 0.889 2,1.792-3.153 1,0.222-1.744-2,1.964-3.883 0,0.190-1.691 0,-2.338 1.198-2,-1.061-0.905 2,-0.172-3.441-1,-1.838-0.629 1,-1.840 0.546 0,-1.732 1.305 1,-1.375 0.972 1,-1.476 2.581-1,-1.211 2.668 0,-0.955 2.548 0,-1.156 1.602 5,-3.363-3.101 0,-5.436 4.698 1,-5.514 4.782-1,2.855 2.542-6,-0.645-0.338-1,-7.830-1.144 0,4.932 1.891 1,-1.085 0.338 1,0.622 0.470 0,-1.085 0.276-2,1.288 0.323 0,-0.369 0.179 1,-2.233 0.122 1,-0.056 0.163-1,0.567 0.128 0,0.955 0.100 1,2.826 0.303 0,1.127 0.434 0,1.141 0.516 0,-1.153 1.202 1,-5.054 4.091 3,7.523 2.008-2,2.177 8.205 2,5.052-4.431-4,0.631 0.717-2,0.341 1.953 2,0.110 6.457-4,0.416 1.833 1,0.280 1.292 0,0.359-3.696 2,0.140 0.415 0,0.110 0.003-1,0.084-0.275 2,0.058-0.459 3,0.042-0.570-6,0.042 1.683 0,0.014-0.938 5,0.362-3.414-2,0.622-1.257 0,1.443 1.972 0,1.107-2.063 2,0.435-3.158 2,0.744-1.374-2,0.803-0.167 0,-0.246-1.187-1,3.386 3.072 0,5.487-0.617 2,-4.498-6.860-1,0.329-1.140-3,4.223 0.305 0,2.964-0.455 0,7.299 0.115-2,1.901-0.902-1,-6.808-1.415 2,0.429-0.421 0,2.150-0.272 0,-1.127-0.409 1,-1.130-0.336 1,-1.061-0.267 0,-0.925-0.205 0,-0.775-0.149 3,-1.107-0.104-1,-1.262-0.066-1,-0.241-0.299 0,-3.175-0.445-1,4.049-1.675 2,0.938-1.709 1,6.359-2.416-4,-0.830 0.054-2,-1.250 0.194 1,0.581-0.438 1,-0.238 0.014 2,-0.810 0.331-4,3.226-0.780-1,-2.355 1.080 1,-1.800 0.636 4,-3.879 1.010 1,-3.705 0.826 1,2.468-1.986 4,-4.913-6.707-1,-4.854-0.901-2,0.096-0.064-6,1.294-0.231 0,1.331-2.483 1,0.318-0.563 0,-2.770 6.243 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34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14283.020 8091.712 767,'-14.184'0.000'0,"1.046"0.000"-4,-2.454-1.105 1,1.708-4.816 3,2.639-0.606 1,-0.901 0.620-1,-2.308 0.768-1,0.929 1.638-1,-1.406 1.124 2,2.735 2.014 0,0.550 3.361 3,2.166 9.753-1,3.291-2.245-4,0.695 0.228 0,-0.573 2.119 0,-0.488 1.915 1,-5.432 14.347-4,4.532-9.658 2,0.105 1.222 2,-6.278 24.997-7,6.466-17.990 6,0.769 0.261 2,-0.053 3.906-3,2.352-8.198 1,0.573-0.413 1,0.542-0.542 4,0.505-0.616-6,0.460-0.658 3,0.414-0.885 0,0.368-1.039 5,0.231 1.708-6,0.363-1.648 0,0.328 5.532 4,0.360-5.037-1,0.220-2.459 1,0.995 2.233 2,1.203-6.159-1,0.356-2.595-2,2.430 1.056 1,3.552-3.474 1,2.698-5.117-3,0.206-5.609-1,-0.568-10.291 1,-1.291-6.465-2,2.340-6.549-4,-0.880 0.710 1,1.284-4.090 2,-5.990 13.811-1,10.149-21.402-3,8.904-18.757 0,-20.482 43.950 4,22.477-53.409-5,-22.159 51.523 5,19.119-49.438 1,-0.649-1.120-7,-8.421 19.764 3,-10.445 29.089 4,-0.050-0.124 0,14.195-49.951 2,-5.505 14.568-8,-0.710-1.155 10,-0.901-0.340-9,-1.028 0.310 7,-7.477 34.423 0,12.408-65.915 1,-2.510 5.220-10,-8.529 47.720 4,-2.600 15.271 3,6.984-52.408-1,-2.343 8.517 7,-2.020 9.213 7,-1.629 9.089-13,-1.350 9.508 20,-1.008 8.478-18,-0.719 7.177 12,-0.939 0.969-17,-2.736 28.378 8,2.996-2.662 11,0.154 3.960-12,0.033 11.123 0,0.080 5.430-8,0.057-0.073 2,-1.085 20.126-2,-0.904 12.666-1,0.887-29.710 0,-0.031 1.170 1,0.788-24.072 4,-1.524 55.294-1,1.542-53.952 0,-0.851 35.366 3,0.114 1.345-9,0.805-35.892 6,-0.523 29.087-2,0.096 0.183 4,0.093-0.018 5,0.091-0.175-11,0.025 6.310 10,0.106-1.654-11,0.308-34.526 5,-0.262 52.950 9,0.515-3.786-14,0.689-5.175 9,0.747-5.681 4,-0.083-14.785 5,0.094-4.539-15,-0.402-10.608 3,-0.034-2.328 0,0.661 7.192 1,-0.251-6.470 9,-0.279-5.660 9,0.475 1.498-13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35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14735.020 8242.712 767,'0.000'11.870'0,"0.000"5.860"-5,0.000-6.352 3,0.000 15.617 0,0.000-0.866-2,0.000 2.516 0,0.875 0.748 4,0.831 1.693-5,-0.095-9.440 2,0.526-0.328 2,1.853 8.119 5,0.313-3.744-7,-0.028-4.388 2,-0.238-4.443 1,-0.351-4.122 0,2.508 2.578 1,4.185-9.310 3,1.212-10.753 7,-2.294-1.251-6,4.645-8.863-7,0.114-3.948 0,-0.419-1.086-1,-3.080 3.318 0,0.757-2.415 2,-1.300 1.294 0,0.180-1.241-3,6.438-17.246 2,-1.453-3.606-4,-5.558 11.682 3,-1.098 0.264 0,0.571-6.862 2,-1.804 1.914-1,-1.232 0.001 0,-1.753 4.377-1,-1.440 4.528 9,-1.107 4.125-2,-0.911 4.884-2,-0.837-2.588 9,-4.073 29.048 1,4.005 4.800-11,0.049-3.802-2,0.012 2.221 0,0.003-2.011 0,0.003 1.780-1,0.274 4.634 0,0.464 1.785-2,2.385 18.320 2,1.311 1.677-3,-1.101-17.067 3,0.932-0.132-1,-0.012-3.704 2,0.555-0.374 2,4.063 12.053 0,-3.391-13.401 0,0.178-0.634-2,-0.010-0.569 0,-0.157-0.504 1,1.353 4.300 1,-0.663-1.643 3,-0.765-1.844-3,0.135 0.004-1,-0.545-3.052 0,-0.364-2.952 1,4.019 4.554 7,0.254-8.052-3,2.023-12.099-2,-1.581-4.517-2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35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15655.020 8046.712 767,'-11.901'0.000'0,"0.230"0.353"-4,-1.925 6.221 3,1.959 4.273 0,-0.876 1.387-1,0.809 0.291 0,-0.859 2.412 0,-5.947 9.293-2,9.072-10.805 3,0.251 0.967-1,-6.009 12.852-1,1.194 3.389 5,6.048-11.872-5,0.363 0.211-1,0.485 0.259 4,0.569 0.291-1,0.620 0.107 1,0.643-0.038 0,0.643 0.046-1,0.627 0.113 1,0.797-0.037-1,0.908-0.154 1,0.941 2.677 0,1.308-0.949 1,2.300 13.636-1,2.062-8.847 0,-0.780-9.383 1,0.255-1.500 0,2.756 8.402 4,-1.474-6.337-4,1.064 0.591 4,0.004-3.208-2,0.175-2.686-4,3.582-0.607 6,5.156-3.212-4,-0.711-5.048-1,-1.563-2.592 0,3.912-1.292 0,-0.754-0.230 2,-4.980-0.396-3,7.678-3.065-2,0.199-2.199 0,-2.114-0.402 2,10.591-5.786-1,-6.377 2.224 0,-3.216 1.213-1,-3.541 1.588 4,-3.412 1.664-3,2.191-1.704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36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15957.020 8393.712 767,'12.372'0.000'0,"-0.707"0.000"-4,7.479-1.105 3,-6.107-1.803-1,6.538-2.963 0,-5.223 0.798 0,1.826-0.924 0,17.677-6.392-1,5.817-3.095-2,-18.770 6.918 2,0.555-0.630 1,23.995-11.993 1,-22.564 9.808-3,-0.265-0.507 5,-0.412-0.493-5,-0.513-0.468 2,2.286-2.721 2,-1.861-0.411 3,5.012-7.406-8,-12.391 9.450 6,-1.385 0.044-1,-1.437 0.205 1,-1.445 0.326 0,-0.175-1.940 2,-1.806 0.227 1,-0.037-5.282 0,-3.271 1.977-4,-2.772 2.343 4,-2.246 2.404-3,-2.002 2.542-1,-4.115-2.150 1,-1.137 3.499 1,-2.850 1.685 6,-6.919 2.242-8,1.296 4.541 1,-3.857 1.229-2,7.615 0.282 1,-6.183 0.161 0,-1.368 1.332-3,3.635 0.369 2,-3.388 1.310 1,0.108 1.713 0,8.115-1.447-2,0.237 0.174 1,-3.416 2.735 2,-2.325 2.167-2,6.862-3.040 1,0.098 0.385 1,-4.300 2.754 1,4.259-2.659-2,0.178 0.042-1,-3.100 3.860 0,-1.347 3.461 1,6.109-4.784 1,0.183 0.741-2,-5.370 8.381 2,1.982-0.894-2,3.394-3.816 0,0.409 0.798 0,-2.889 7.537 1,2.459-2.894 1,0.676 1.003-4,-1.331 6.750 0,3.479-9.792 3,0.292 0.354 1,-0.835 6.051-4,0.682-0.091 2,1.513-5.970 2,0.387-0.244-1,-0.697 11.574-3,0.903-0.687 3,1.226-11.720 0,0.244-0.762 1,0.138 1.445 0,0.249-1.108 0,0.189 4.887 0,0.243-8.861 0,0.134 9.465 2,0.408-2.428-1,1.751-1.746 1,2.177-2.374-3,3.365 0.988 2,4.334-0.520-1,3.272-1.747-1,-3.387-5.520 0,1.114 0.956 0,4.038 0.087 3,-7.066-4.105-3,1.758-0.370 0,4.558-0.127-2,-0.394-1.735 2,-4.445-1.133-1,1.206-0.169 0,20.091 0.443-1,-13.944-0.880 0,1.914-0.114-1,5.840-0.067-1,1.898-0.116 2,-2.991-0.104 2,0.966-0.059-4,0.666-0.048 0,0.410-0.038 2,9.131-0.242-2,-9.762-0.364 3,17.268-1.709-1,-18.570 0.353 1,-1.145-0.264 1,-1.347-0.347 0,-1.472-0.403 1,-1.727-0.235 4,-1.884-0.101-6,8.684-2.795 6,-6.455 0.576-7,-5.719 0.850 7,-0.783-0.717-2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36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17812.020 7684.712 767,'-7.939'7.940'0,"-2.500"7.307"-5,2.700-4.296 3,-3.800 4.825 1,4.686-6.759-1,-0.548 0.492-1,-0.431 0.533 2,-0.330 0.549 0,-0.242 0.547 1,-0.165 0.531-2,-0.100 0.505 1,-0.048 0.470-1,0.193 0.431 2,0.378 0.390-1,-2.141 5.254 0,2.933-4.013 1,-6.949 17.886-1,1.321 3.462 1,2.074 2.948-1,5.244-15.626 2,0.324 0.254-3,-1.400 10.986 1,3.080-13.573-2,0.396 0.651 6,0.399 0.333-6,0.388 0.075 2,0.370 0.069 0,0.347 0.063 3,0.139 3.259-2,0.381-0.964-2,-0.073 17.783-1,0.897-21.437 5,0.150-0.437-2,0.124-0.488 0,0.101-0.513 3,0.080-0.520 4,0.061-0.512-10,0.095 5.513-1,-0.010-6.659 5,0.239 17.383 1,1.039-5.320-1,-0.172-12.220 1,0.490-0.641-1,0.536-0.541 0,0.556-0.447 0,0.361-0.564-4,0.198-0.636 3,0.062-0.680 0,-0.043-0.695 0,-0.125-0.687 1,-0.185-0.664 0,1.845 6.845-1,-0.910-3.316 3,-0.911-3.347-2,0.784 2.973 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6:37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18445.020 7774.712 767,'17.155'1.104'-3,"-3.144"3.218"1,10.921 7.019-3,-7.215-1.778 3,-3.451-1.430 0,0.999 0.934 0,6.468 4.606 0,1.372 1.896-2,6.706 5.961-1,-12.104-8.508 6,-0.211-0.064-3,5.420 5.079-1,-0.668-0.308 4,4.287 4.992-3,-1.592 0.896 3,-6.109-4.764 0,-5.260-4.831 0,-0.392-0.067 1,6.957 10.340-1,-5.018-4.119-1,-4.182-4.884 1,-0.204 0.118 0,7.021 12.706-3,-5.739-8.145 4,-0.472 0.037-2,-2.016-2.770-1,-0.339 0.206 0,7.308 18.439-1,-6.971-11.414 2,1.305 6.359 0,-3.021-6.072 0,0.212 8.398 3,-3.775-13.046-4,-0.554 0.233 2,-0.534 0.055 0,-0.502-0.088-2,0.061 7.105 0,-0.717 0.361-1,-0.442 6.956 1,-0.718-0.892 0,-0.502-8.021 3,-0.313 5.368-1,-0.103-13.339-1,-0.070-0.939-1,-0.140 4.236 0,0.044-6.008 2,-0.018-0.570 5,-0.189 8.498-6,-0.602-4.781 2,-1.150 0.432 1,-2.117 5.329-4,0.689-9.596 2,-0.957-0.239-2,-1.890 2.160 0,-0.882-0.189-1,-3.952 7.666 2,2.112-5.239-1,-0.024-0.859 1,-2.210 2.726-1,0.354-2.048 1,4.804-8.132 1,0.462-0.671-1,-0.540 0.540 1,-1.417 1.355 0,-0.895-0.349 1,-2.164 1.339 4,-0.405-0.794-4,0.188-0.304-2,-2.543 2.678 0,2.551-3.723-1,-1.660 0.710 1,-0.336-0.346 1,2.177-2.318-1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7:05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3197.020 1409.722 767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8:59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9713.020 4456.722 767,'11.670'0.000'0,"1.518"0.000"-3,-0.917 0.044 2,4.894 1.232-2,1.464 0.433 0,10.250 0.686-1,7.822-0.020 0,-12.635-1.083 4,1.672-0.113-3,14.201 0.286 0,-5.184-0.502 2,1.726-0.168-5,23.558 1.382 1,-5.112 1.227 6,-21.905-1.116-6,-0.226 0.133 3,21.394 2.370 7,-17.101-1.053-11,-1.138 0.057 2,3.443 0.418 4,-11.631-1.232 0,14.321 1.429 5,3.455 0.021-6,-21.413-2.274 2,-1.801-0.339 5,2.293-0.054-2,-3.164-0.433 4,-3.088-0.372-9,-2.863-0.309 2,-2.550-0.248 0,7.887-0.153 6,-7.930-0.516-1,-1.604-0.846-4,1.000 0.974-1,7.228 0.132 0,-0.466 0.010-3,-7.838 0.000 0,1.210 0.001 0,0.820 0.000 1,0.488 0.000 0,9.986 0.108-3,-1.831 0.162 3,-2.872 0.185 0,-3.299 0.185-1,-3.311 0.170 1,3.659 1.232 3,-6.860 4.393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9:00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9592.020 5240.722 767,'11.448'0.000'0,"0.300"0.000"-4,18.063-3.430 1,1.818-2.040-2,-19.622 3.373 4,36.513-7.046-6,-15.013 2.667 2,3.620-0.654 4,-26.319 5.073-1,0.198-0.011 1,38.971-6.278-4,21.037-1.555-2,-19.294 3.494-1,1.532 0.624 3,26.836-2.206 7,-32.439 3.469-7,-0.783 0.336 0,-31.406 2.830 4,61.431-4.349-3,-32.293 2.677 2,-1.789 0.391 0,10.817-0.210 5,-3.924 0.611 0,5.504 0.284 10,-7.390 0.683-19,-18.118 0.640 9,-3.622 0.218 0,5.385 0.198 2,-7.969 0.274 11,-6.885 0.164-10,0.951 0.410-2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9:01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10452.020 3913.722 767,'11.724'0.000'0,"-0.638"3.263"-3,3.965 4.022 1,-2.837-0.731 0,2.628 1.948 0,2.612 2.048-2,1.741 1.313 1,1.043 0.731 0,1.043 0.801 0,-4.003-2.557 1,7.189 4.690-1,0.596 0.742 0,0.658 0.114 4,0.668-0.337 2,0.295 0.088-8,0.011 0.386 0,-0.189 0.203 6,-0.324 0.063-1,6.990 4.689 0,-2.984-1.940 0,-3.501-2.412 0,-9.143-5.570 0,-2.586-1.110 1,-2.193-1.281 0,-1.809-1.345 1,-1.804-0.973-1,3.585 4.438 17,-4.627-0.699-14,-1.477 1.710-3,-2.375-0.183-2,-0.596 2.643 1,0.727 4.152-1,-1.541-7.809 1,0.211 0.941 0,0.005 0.808-2,0.548 4.272-1,-0.407 0.520 1,0.451 0.652 1,-0.571-3.078 1,0.275 0.692 0,0.391 0.826 0,0.455 0.506 2,0.480 0.257-3,0.120 0.417-2,-0.141 0.514 2,-0.558-2.147 0,0.142 0.072 1,1.136 4.231 0,-0.374-1.078 0,2.079 4.905-1,-1.369-6.440 1,-0.575-2.545 0,-0.748-2.607 3,2.016 5.732 1,-2.797-6.904-6,-1.688 3.428 11,-2.713-0.278-7,-1.890-0.229-3,-1.793 0.774 0,-3.459 5.581-2,-2.829 3.049-1,-3.411 4.964 1,0.568-4.081-1,-4.814 8.303-1,2.591-4.341 2,-5.534 9.149 5,2.753-6.052-7,-5.497 9.081 7,3.904-7.347-8,-2.888 5.035 6,0.237 0.520-3,-2.804 4.459 7,4.672-9.532-10,-5.337 7.718 1,5.817-8.822 6,0.666-0.769 2,0.702-1.007 0,-1.511 2.477-7,0.930-1.636 10,3.263-5.598-10,1.185-2.341 5,-1.925 2.757 2,1.923-2.974-1,1.730-2.560-1,2.756-4.115 7,2.597-3.849-5,2.281-3.364-2,-0.594 2.266 4,5.802-0.312 1,-8.833 1.740 1,-1.166-7.016-8,1.221 0.454 1,-0.434 1.938-1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9:02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12759.020 3702.722 767,'-6.602'-11.256'-3,"-4.287"8.979"2,-1.709 1.093 0,-3.798 0.604 0,-0.643 0.415 0,-4.284 0.211-1,3.078 0.071 2,1.137 1.971 0,2.387 1.423 1,-3.228 4.296-1,0.396 1.781 0,6.327-3.579-2,-6.684 4.727 1,8.446-4.880 1,-2.556 3.068 1,1.434 0.187-2,-2.885 4.005-1,1.721-1.217 4,-0.961 2.832-4,1.156 1.540-1,0.993 0.906 4,2.740-3.073-3,0.369 0.551 0,0.259 0.761 2,-0.684 2.619 0,0.168 0.315 2,0.126 0.462-4,0.091 0.532 1,0.880-1.717 1,-0.007 0.538 0,-0.888 2.566-1,-0.039-0.141 1,-0.316 3.450-1,0.913 1.774 1,1.137-0.966 0,0.197 1.847-1,-1.886 8.092-1,-1.053 0.878 0,-0.541 0.738 0,-0.185 0.588 0,1.719-6.904 2,0.024-0.127-1,-0.813 3.816 0,0.077 0.623 1,-0.029 4.865 1,1.221 1.374 0,2.204-6.544-2,0.910 1.252-1,0.612 5.129 1,0.919 0.552 0,0.632-0.212 0,0.861-8.197 1,0.301 3.456-1,0.324-1.201 1,0.236-0.655 9,0.165-0.246-13,0.108-0.852 0,0.060-1.209 7,0.060 1.881-2,-0.002-1.860-2,0.003 2.686 3,-0.089-5.721 0,-0.034-0.446 0,-0.033-1.104 5,-0.032-0.587-9,-0.029-0.204-2,-0.031-3.582 0,-0.017-0.800 7,-0.004 10.130-1,-0.024-6.034-2,-0.012-11.027 0,-0.004-0.578 2,-0.004 1.841 0,-0.003-0.507 1,-0.006 11.210-2,-0.001-5.112-2,-0.002 5.352 2,0.007-13.565-1,0.001 0.066 2,-0.001 2.162-3,0.001-0.433 2,0.001-2.693-1,0.001-0.503-2,0.000-0.525 0,0.001-0.530 2,-0.001 9.890 0,0.001-1.863 2,0.002 1.166 1,0.001-4.371-1,-0.797-1.721-1,-0.946-2.297 0,-1.079 5.954 0,-1.101 1.048 0,0.339-3.749-3,-0.705 4.271 1,0.354 1.857 0,1.980-10.477 0,-0.186-0.225 1,-0.089-0.057-1,-0.012 0.080 1,-1.350 7.760-2,1.563-7.666 2,-2.673 17.076 1,2.282-13.071-1,0.364-2.630 0,-1.200 4.705 1,-0.327-6.233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9:02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11688.020 4878.722 767,'12.771'0.000'0,"0.002"0.000"-4,2.500 0.000 3,-2.185 0.000-1,1.384 0.000 1,0.101 0.000 0,0.420 0.000 0,7.074 0.000 0,-9.274 0.000 1,1.258 0.000-1,13.162 0.000-2,-0.787-1.105 1,-10.112 0.217 1,0.326-0.153-1,0.423-0.092 1,0.490-0.043 2,3.355-0.198-3,0.109 0.047 1,16.454-0.721-1,-4.030 0.613 1,-20.082 0.726 0,20.074-1.733 1,-13.841 0.887 3,-0.475-0.029-4,19.298-2.588-2,-19.693 1.847 3,-0.719-0.046 2,1.857-0.359-2,-1.304 0.125 1,5.703-1.836 2,-5.770 0.569-6,-2.264 0.138 3,-2.235 0.296 3,-2.094 0.386 0,-1.031 0.222-1,5.721-1.279 0,-4.615 1.773 3,3.666-1.323-1,-0.699-0.295-4,-0.266 1.035-2,2.008 0.235 2,-5.368 1.159-1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9:03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12895.020 4577.722 767,'-11.686'0.000'0,"-1.335"-4.656"-4,-0.056 0.974 3,-2.216 0.939-1,-3.837 0.530 1,1.711 0.917-1,2.200 0.629 1,3.841 0.444 1,0.277 0.288 2,-0.539 0.232 0,0.930 4.997 1,7.938 8.247-2,0.421-1.540-2,-0.969 1.193-2,-0.045-1.098 1,-2.029 8.320 0,-0.202 3.665 0,0.281 2.780 0,0.573 2.012-2,-0.390 0.265 1,1.603-8.880 2,0.175-0.004 0,0.663-3.035 1,0.216-0.170-1,-0.091 2.315 1,0.332-0.821 1,-0.396 7.911-1,1.341-10.798-1,0.210-0.416 1,0.084 1.813 1,0.232-0.886 2,0.456-3.026 0,0.480-0.712-3,0.533 1.422-2,0.353-0.425 1,1.935 7.658 4,0.731-5.422-1,0.612-1.585-1,0.162-2.429-2,4.201 4.505 5,-0.979-7.810-3,3.274-4.859 0,1.293-5.898 3,-2.203-4.964-3,-3.297-5.670-2,1.887-7.340 1,1.905 1.285-4,1.585-5.537 0,-4.625 9.033 2,0.189-0.428 0,1.480-2.823 1,0.083 0.297-3,-4.071 8.070 3,8.072-15.456-1,-0.825 0.986 0,-4.177 8.698 2,-0.356 1.491 1,1.043-1.265 2,-1.080 2.159 0,-1.179 1.977-4,-1.172 2.281 2,4.800-7.515 6,-2.587 2.891-4,-2.825 2.678-1,-1.521-3.002-2,-2.300 3.117 7,-2.021 0.426-11,0.203 22.046 8,5.295 5.341-5,-0.516 7.307-3,-0.918-7.176 2,1.834 6.072-2,-1.116-4.964 2,0.098-1.039-1,0.851 1.084 2,1.294 3.100 3,0.142-0.212-4,0.160-0.765-1,0.164-1.122 0,2.270 3.232 2,-0.276-3.671 0,-0.470-3.786 3,-1.359-4.014 1,3.579 2.563 1,-0.993-6.503-1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9:12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13785.020 4697.722 767,'-11.061'0.000'0,"-0.428"0.000"-3,0.062 0.000 2,-2.704 0.000-1,-1.544 0.000 0,0.496 0.000 0,2.745 0.000 3,-1.148 0.000-1,1.494 0.000 2,-1.091 0.000-1,1.877 0.000 0,-3.996 0.000-2,0.168 0.000 1,0.467 0.000 0,2.555 0.000-1,-1.327 0.000 0,-1.519 0.000 0,2.051 0.000 1,1.850 0.000 1,-3.303 0.000 0,1.141 0.000-1,1.493 0.000 1,-0.731 2.076-1,4.858 6.364-1,-3.540 7.676 0,4.728-5.277 1,0.117 1.791-1,0.428 1.641-1,-0.374 2.131-1,-0.191 0.277 0,-0.355-0.246 2,-2.431 7.277-1,3.512-6.884 2,0.792-0.037 0,0.520-0.780 2,0.306-1.222 1,0.145-1.442-5,0.290-1.390 0,-2.160 7.219 3,1.994-4.910 4,1.752-3.109-1,1.135 2.754-2,1.100 1.195 0,1.075-3.659-3,2.638 1.221 0,4.529 2.271 0,2.295-0.337 0,1.173-0.542-1,0.211-1.003 1,-1.156-2.754 2,0.656-1.292-2,-0.515 0.340 3,0.108-2.248 1,-0.492-3.178-3,3.089-1.489 0,-0.958-1.957 0,2.927-0.778 1,-0.450-0.002-1,8.192 0.010-3,-7.286 0.169 1,-2.127 0.040 1,0.610 0.017 0,-1.764 0.020 0,-0.467 0.012-1,-0.685 0.009 1,2.491 0.005 1,-1.658 0.012 1,7.348 0.008 1,-7.632 0.011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9:13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14554.020 4124.722 767,'0.000'11.815'0,"0.000"0.538"-3,0.000 10.010 0,0.000-2.237 0,0.000 1.144 0,0.000 2.584-1,0.000 2.106 1,0.000 1.645 0,0.000-1.764 2,0.000 0.920-1,0.000-0.077 1,0.000-0.752 0,0.000-3.066 0,0.000 0.228 1,0.000 3.056 0,0.000-0.103 2,0.000-3.116-1,0.000-0.178-2,0.000 2.221 1,0.000-1.017 0,0.000 1.743 0,0.000-0.786 1,-0.353-5.773-1,-0.589-0.756 2,-0.593 1.413-1,-0.227-0.884-1,-0.051-1.278 1,0.076-1.469 0,0.314-2.636 0,0.153-0.528 0,0.057 0.821-1,0.217-0.921 3,-1.595 7.858-2,-1.513-0.407 1,0.214-2.330-1,0.612 2.045 1,1.336-2.390-2,0.829-2.239-1,0.585-0.429 1,0.407-4.008 1,-0.283 0.091 1,-2.443 2.210-2,-0.999 4.069 0,0.526 0.890-2,1.007-3.010 1,0.981-4.328 1,0.543 0.876 0,1.042 2.668 3,0.423 4.872-1,3.217-1.789-5,4.141-1.244 1,2.395-2.984 2,3.027-0.512 1,1.815-1.502-2,-3.302-2.353 1,-1.760-2.231 1,1.005 2.783-1,-2.976 0.347 4,4.218-7.215-5,1.330-2.955 3,0.320-1.070-3,-1.288-3.559-1,2.373-6.025 1,-4.289-0.688 0,-2.725-0.098 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9:14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14026.020 4697.722 767,'11.202'0.000'0,"2.921"0.000"-4,-1.501 0.000 3,2.427 0.000-1,-3.005 0.000 1,0.216 0.000 1,-0.804 0.000-2,10.562 0.000 1,-6.104 0.000 2,5.044 0.000-1,0.066 0.000-2,-0.866 0.000 1,-7.875 0.000 0,0.021 0.000 0,13.394 0.000 1,-8.318 0.000-2,-0.034 0.000 1,5.584 0.000 1,-1.932 0.000 2,-0.887-0.747-5,-0.993-1.467 3,0.700-1.638 6,-5.941 0.402-2,0.539 0.275-3,3.773 1.646 2,-4.179-0.903-6,2.205-1.866 3,-4.322 0.559 0,0.326-0.095-1,0.449-0.003 0,-0.868 0.477-1,-1.105 0.575 2,4.215-2.998 0,-1.968-0.372 3,0.960 0.455-1,-0.655 3.043-1,-0.019-0.360 0,-1.573-0.462-2,1.659-0.585 0,0.013 0.287-1,-1.591 2.238 2,-8.422-9.577 5,10.663 8.210-5,-2.118 2.334-1,0.958 0.323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9:15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15067.020 4713.722 767,'-12.789'2.080'0,"-0.541"3.291"-4,2.756-0.650 2,-0.590-0.149 0,-5.316 0.695 3,0.365 1.098-3,0.491-0.078 2,0.301-0.857 1,4.088-1.974-3,0.593 2.613 4,0.513 0.841 1,2.409 2.578-3,7.088 3.155 0,0.757 0.033 1,1.150 10.298-5,0.777-1.293 1,-0.647-7.529 3,0.039 0.796-3,2.052 13.987 0,1.127-3.094 1,-1.619-10.328 1,0.104 0.005 1,3.168 10.321 0,-1.101-5.690-2,-1.369-5.580 0,-0.161-0.615 3,2.919 6.938-1,-0.173-2.498 1,-0.579-2.403 1,2.186 2.386 0,0.676-2.668 3,0.537-2.058-3,0.997-4.072 2,2.999-8.023-3,0.697-2.756 0,-2.175 0.557-1,2.982 0.069-2,-2.802 0.347 2,-0.122-5.752 1,-1.668-10.400 0,-2.937 4.056-3,2.859-5.617 1,1.292-4.495-4,-5.362 10.159 4,0.210-0.626 0,2.061-4.797 1,-0.387 0.244-3,-0.646 0.761 4,1.505-5.401-5,-4.078 8.746 3,-0.673 0.608 0,-0.647 0.626 1,-0.602 0.634 1,-0.549 0.619 4,-0.329-0.790-3,0.180-7.061-2,-1.189 3.980 2,-0.610 0.545 0,-0.432-2.101-2,-0.461-5.895 0,0.207 10.057-1,-0.379-7.847 0,0.235 5.820 1,-4.384 2.569 3,-7.733 7.670 3,0.687 4.328-7,-1.290 0.806 0,0.734-0.482 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9:16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15519.020 4682.722 767,'11.816'0.000'0,"-5.652"11.750"-4,2.029 4.745 2,-3.210-6.195 1,2.916 5.359-1,1.434 1.595-2,-0.357-0.442 1,0.413 1.697 1,-0.146 1.042 0,-0.542 0.527 0,-1.426-2.405 1,-0.245-0.019 0,0.435 2.379 0,-0.758-0.338 0,-0.856-0.817 1,-0.885-1.118 1,-0.473 1.497 0,-1.008-0.296 0,-1.089-2.781 0,-0.613-0.867 2,-0.368 2.291-2,-0.624-1.729-1,-0.478-1.028-1,-0.366-2.986 4,-0.592 3.680 0,-1.326-4.553-1,2.329-25.791 6,3.765-10.232-11,0.731 5.496-1,1.151-1.364 1,1.673-3.263 0,2.236-4.181-1,0.707 0.578 0,1.511-1.622 1,-1.462 7.063 1,-1.949 6.135 1,0.541 1.193 0,2.765-2.812 5,-0.639 1.163 1,-1.788 3.258-7,-0.472 1.631 3,-0.413 1.010 0,-0.352 0.519 2,-0.408 0.363-3,-0.429 0.239 3,-0.427 0.134 0,0.397-0.427-3,0.005 0.520-1,0.142 0.603 1,6.257-5.880 0,0.699 1.172 0,1.847 2.843 1,2.394 2.393 0,-0.062 1.404-1,-2.770 1.932 0,-3.220 1.849 0,1.429 1.034 1,-1.944 2.117 3,-1.016-0.573-1,0.790-7.491-3,-1.422 2.498-1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1T16:59:17"/>
    </inkml:context>
    <inkml:brush xml:id="br0">
      <inkml:brushProperty name="width" value="0.0970111099349128" units="cm"/>
      <inkml:brushProperty name="height" value="0.0970111099349128" units="cm"/>
      <inkml:brushProperty name="color" value="#1b7ccb"/>
      <inkml:brushProperty name="ignorePressure" value="0"/>
    </inkml:brush>
  </inkml:definitions>
  <inkml:trace contextRef="#ctx0" brushRef="#br0">16620.020 4532.722 767,'-11.570'0.000'0,"-3.496"0.000"-4,2.697 0.000 3,0.087 0.000 0,-0.315 0.000-1,0.634 1.617 2,-0.846 3.368 2,-0.818 1.888-3,-0.640-0.487 0,-0.599-0.613 1,4.351-1.566 0,0.859 2.319 0,10.556 5.898 1,-0.619 0.859 0,-0.054 9.698-3,-0.143-8.404 0,-0.028-0.811 0,-0.013 0.635 0,0.256-1.432 1,0.455 0.349 0,0.869 1.968-1,0.820-0.320 1,2.472 4.516 2,1.169-1.729-1,-1.219-5.877 0,0.438-0.943 1,0.400-0.459-1,4.724 7.083 2,0.710-1.974 0,0.890-6.403 2,-0.638-4.718-2,0.935-2.548-4,-0.548-1.491 4,-0.407 0.613-2,2.537 1.690 0,-1.623-0.047 1,0.456 0.784-2,6.073 2.235-1,-3.281-1.546 2,1.942 1.036-1,-2.260-0.093 2,-4.463-0.322-1,6.332 5.676 0,-5.986-3.942 0,0.136 0.723-1,-0.220-0.277 0,3.056 2.678 0,-3.140-0.550 2,-1.911-1.554 0,1.241 2.033 1,-3.596 3.014 0,-4.837-1.001-1,-2.443-0.422-1,-0.134-0.073 0,0.758 6.382 1,-2.586 0.686-3,-5.678 2.789-1,1.137-8.007 2,-1.092 0.669-1,-0.697 0.087 0,-0.387-0.309 1,-0.154-0.559 0,0.012-0.696 0,1.146-1.936 0,0.107-0.545 1,-0.884 0.137 1,0.185-1.303 0,-0.545-0.404 0,0.610-1.085 0,-6.647 4.309 2,3.422-3.971-2,-0.693-2.304-1,2.754 1.280 4,-2.083-0.546-2,1.358-1.155-3,0.727 3.856 2,-3.506-4.622-1,2.593-1.888 0,-2.841 4.196-2,2.857-1.949 3,-0.596-1.124-2,1.694 3.050 2,-1.949 0.962 0,-0.487-5.075-1,0.080-2.044-1,0.549-0.120 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0:17:39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15841.534 3555.208 767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1:35:14"/>
    </inkml:context>
    <inkml:brush xml:id="br0">
      <inkml:brushProperty name="width" value="0.0529194456206428" units="cm"/>
      <inkml:brushProperty name="height" value="0.0529194456206428" units="cm"/>
      <inkml:brushProperty name="color" value="#00b0f0"/>
      <inkml:brushProperty name="ignorePressure" value="0"/>
    </inkml:brush>
  </inkml:definitions>
  <inkml:trace contextRef="#ctx0" brushRef="#br0">5913.612 3066.437 767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1:42:12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14144.612 3656.437 767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0:17:39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15841.534 3555.208 767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1:35:14"/>
    </inkml:context>
    <inkml:brush xml:id="br0">
      <inkml:brushProperty name="width" value="0.0529194456206428" units="cm"/>
      <inkml:brushProperty name="height" value="0.0529194456206428" units="cm"/>
      <inkml:brushProperty name="color" value="#00b0f0"/>
      <inkml:brushProperty name="ignorePressure" value="0"/>
    </inkml:brush>
  </inkml:definitions>
  <inkml:trace contextRef="#ctx0" brushRef="#br0">5913.612 3066.437 767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1:42:12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14144.612 3656.437 767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00:03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11728.136 2967.108 767,'0.310'-11.897'0,"10.397"9.016"-3,-1.175-6.034 3,0.588 4.200-1,2.233-1.434 0,1.863-0.835 0,-0.309 0.581 0,0.832 0.125 0,-1.675 1.000 0,2.504-0.630 0,2.654-0.512 0,-1.300 0.914-1,-5.917 2.036 2,0.892-0.342 0,14.861-4.780-2,3.755-1.286 1,-19.798 6.415-1,0.395-0.155 2,13.209-3.976-2,-5.514 1.585 2,-5.975 1.965-2,14.506-4.598 1,-13.375 4.324-1,7.894-2.409 1,0.480-0.018 1,0.500-0.180-2,-7.389 2.327 1,16.757-4.976 1,-15.931 4.832-1,17.367-4.975 0,-16.704 4.931 0,8.985-2.497 0,0.435 0.112 2,0.357-0.067-2,-8.624 2.474 0,19.473-4.986 0,-18.660 4.949 1,9.900-2.128 0,0.676 0.052-1,0.463 0.223 0,-9.700 2.374 1,21.519-3.542-1,-20.827 4.134 0,11.103-1.316 0,0.364 0.546 2,0.143 0.546-2,0.309 0.532 0,0.114 0.507 1,-11.020 1.168-1,22.080-0.903 1,-22.037 1.477 0,11.082 0.143-2,-0.092 0.582 3,-0.231 0.467-1,-10.899 0.307 0,22.148 1.469 1,-22.146-0.591-1,21.592 2.309 0,-21.809-1.465 0,-0.011 0.396 0,21.838 3.724 1,-11.216-0.850-1,-10.933-1.452-1,20.953 5.530 2,-21.366-4.388-1,10.165 3.028 0,-0.332 0.552 0,-0.730 0.548-1,-0.652 0.558 1,-0.574 0.524 2,-9.966-3.040-2,17.916 8.838-1,-18.802-7.776 2,8.013 4.778-1,-0.716 0.498 1,-0.885 0.402 1,-8.543-4.359-2,14.189 10.767 0,-15.466-10.051 0,12.823 11.556 0,-14.294-10.808 2,5.347 6.201-2,-1.409 0.412 1,-1.211 0.570 0,-5.865-5.781-1,8.020 13.571 1,-9.511-12.811 0,2.931 7.379-1,-1.302 0.399 1,-3.921-6.792-2,1.799 7.849 3,0.505 8.622-3,-4.858-15.159 1,1.195 16.076 0,-3.015-15.756 0,-0.388 8.303 0,-1.398 0.374 0,-1.439 0.359-1,-0.158-8.143 0,-4.391 17.734 1,2.427-17.146 0,-3.175 9.091 1,1.692-8.649-1,-8.045 18.738-2,2.097-8.990 1,-1.353 0.094 0,3.637-9.177 0,-11.283 18.922 0,3.805-9.045 0,4.861-9.349 0,-7.146 9.860 0,-1.374 0.250 0,6.063-9.627 1,-17.023 20.013-1,14.895-19.772 0,-18.268 19.873-1,16.625-19.892 1,-9.971 9.807 0,-1.278-0.085-1,-0.954 0.241 1,9.478-9.822 0,-22.838 20.324-1,21.163-20.126 3,-36.587 30.187-2,34.995-30.368-1,-24.917 19.289 1,23.946-19.792 0,-13.295 9.405 0,-0.855-0.245-2,-1.077-0.231 4,12.870-9.511-2,-29.519 18.140 3,27.777-18.661-3,-15.466 8.912 0,-1.156-0.501 0,-1.138-0.383 0,15.137-9.037 0,-16.164 7.960 0,0.128-0.800 0,-0.077-0.928-1,-0.606-0.633 2,15.715-7.926-1,-34.879 13.679 0,33.270-14.511 0,-18.441 6.576 2,16.736-7.120-3,-38.879 12.685 8,36.738-13.395-7,-20.255 5.849-1,18.728-6.306 1,-42.016 12.050-2,40.315-12.365 3,-21.817 5.702-4,20.563-6.058 2,-44.672 11.209 0,43.394-11.787 3,-22.466 4.946-4,21.711-5.588 2,-46.259 9.776-1,45.324-10.314 4,-0.207-0.126-5,-0.443-0.070 2,-48.351 9.012-1,23.231-5.085 6,23.588-4.694-6,-0.297-0.232 1,-49.590 8.164-2,48.627-8.580 8,-24.797 3.652-8,24.368-4.130 0,-50.304 6.939 0,49.836-7.554 6,-24.944 3.069-2,24.845-3.729-3,-75.657 8.723 1,75.562-9.449 2,-24.579 2.192-3,24.947-2.859 2,-50.213 4.252 1,49.998-4.970 0,-24.824 1.949-2,24.702-2.294 1,-50.865 3.317 2,50.448-3.771 0,-25.536 1.583-4,-0.152-0.320 1,-0.257-0.380 0,25.354-1.525 4,-25.768 1.374-6,-0.452-0.209 2,25.585-1.341-1,-26.551 1.414 6,-26.729 1.221-7,52.609-2.667 3,-26.179 1.423 0,26.116-1.438 1,-52.569 3.164-4,52.491-2.962 3,-26.124 1.406 0,26.189-1.382-3,-52.428 3.106 6,52.617-3.099 0,-25.636 1.692-7,25.905-1.551 5,-52.161 3.031-1,52.212-3.176 2,-25.567 1.585-4,26.058-1.549 3,-50.681 2.808-1,51.356-3.027 3,-24.743 1.123-5,0.547 0.045 1,0.631-0.070 0,24.944-1.373 5,-24.084 1.409-6,24.588-1.312 6,-48.678 2.518-5,48.923-2.491 4,-23.658 1.420-5,24.188-1.223 3,-47.966 3.191 0,48.304-2.871 0,-23.353 1.799-2,23.738-1.491 2,-46.816 3.896-2,47.268-3.540 4,-23.174 2.455-4,0.502 0.251 1,0.426 0.395 0,23.260-2.105 3,-22.721 3.064-5,0.420 0.296 2,0.697 0.360 1,22.618-2.664 1,-44.186 6.878-4,44.667-6.197 3,-21.700 3.479 0,0.568 0.228-1,0.742 0.277-1,21.863-3.395 3,-20.858 4.005-1,0.589 0.380-1,0.696 0.363-1,21.057-3.832 3,-40.546 8.836-2,41.399-8.370 1,-19.375 4.588 1,0.734 0.243-2,1.077 0.207 0,19.689-4.463 1,-37.430 9.575 0,38.304-9.335-1,-35.561 9.627 3,36.924-9.506-2,-17.072 4.812-2,0.998 0.393 3,1.099 0.290 0,17.452-4.915-3,-32.007 10.513 3,33.243-10.297-1,-15.259 5.565 0,0.818 0.285 1,0.816 0.141-2,15.771-5.401 1,-28.809 11.045 1,30.008-10.866-2,-27.327 11.500 3,28.687-11.307-3,-12.546 5.633-1,0.905-0.094 2,1.030-0.147 1,13.182-5.639-1,-23.318 11.427 0,24.637-11.233 0,-21.920 11.198 2,23.414-11.291-2,-9.889 5.411-1,1.035-0.173 1,0.916-0.225 1,10.526-5.473-2,-18.069 10.395 1,19.313-10.641 1,-8.333 5.021-1,0.980-0.173 1,1.076-0.195-1,8.522-5.095-1,-14.680 9.864 3,15.775-10.001-3,-13.999 9.683 3,14.804-9.681-4,-6.376 5.117 2,0.729 0.140 1,0.724 0.056-2,6.654-5.036 0,-11.338 10.247 2,12.155-10.215-3,-5.241 5.047 1,0.496-0.042 1,0.476 0.282-1,5.463-5.067 1,-9.846 10.755 0,10.270-10.571-1,-9.518 10.615 1,9.868-10.651-1,-4.617 5.528 0,0.516 0.168 0,0.396 0.047 0,4.573-5.421 0,-8.485 11.543 0,8.848-11.159 0,-7.739 11.397 1,8.183-11.375-2,-3.487 5.879 1,0.326 0.128 1,0.178-0.011-1,3.823-5.781 0,-6.702 11.366-1,7.117-11.517 2,-3.084 5.836 0,0.451 0.068-1,0.600-0.057-1,3.056-5.768 1,-4.829 11.247 1,5.335-11.428 0,-4.540 10.850 0,-1.047 4.546-3,4.542-11.213 3,0.364-0.492 0,-4.384 13.832 0,3.467-5.931-1,2.825-9.562 2,0.208-0.360-1,-2.839 12.347 1,3.709-12.968-4,0.322-0.394 3,-1.003 7.509 1,1.826-7.787-1,0.278 0.049-1,-1.248 12.118-1,1.253-11.848 2,0.017-0.211 0,-0.799 7.714-2,0.984-7.630 1,0.099 0.114 0,-0.759 13.541-2,0.248-3.087 4,0.359-8.478-3,-0.106 0.234 1,-1.447 14.759-1,0.138 1.500-1,0.679-4.417 1,0.938-10.208 2,0.111 0.019-1,-0.589 16.736-2,0.552-5.055 0,0.522-10.937 4,0.085-0.095-2,0.320-5.368 1,0.639 11.467-2,-0.183-11.270 0,0.785 11.236 0,-0.546-11.329 2,0.409 5.429-1,0.038-0.194 1,0.345-0.215-1,2.054 15.575-1,0.256-0.810 2,-0.029-5.791 0,-1.274-10.295-1,0.030-0.166 0,2.200 9.352 0,-1.697-10.054 0,0.362-0.313 0,0.195-0.235 1,0.060-0.168-2,2.913 8.501 3,-2.490-9.046-2,1.867 3.842-2,1.501 3.824 5,-2.766-8.537-3,0.037-0.233 0,4.903 11.466-2,0.578-0.415 5,-1.631-4.168-3,-3.289-7.325 1,3.437 7.709-2,-1.545-3.883 0,2.493 3.471 3,-3.933-7.555-3,-0.221-0.085 0,5.357 10.118 2,-0.262-0.734-1,1.997 1.901 1,-2.045-4.282-1,3.918 4.655 0,-3.132-6.410 1,-1.070-2.950 0,2.298 1.393-3,-2.132-3.299 3,2.626 0.685-1,-1.266-2.886 1,-1.921-2.429 0,3.165 0.455-1,2.589 0.025 0,3.741-0.237 0,-7.688-3.257 0,3.429 0.291 0,0.193-0.507 1,9.600 0.452-3,-12.299-2.449 3,3.266-0.170-1,2.484-0.191-2,3.048-0.450 3,-3.353 0.268 0,-3.184 0.561-1,4.996 0.791 0,-7.894-0.753-1,-0.732-0.093 1,4.930 0.454 1,1.354-0.105 0,-5.228-0.644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00:03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4255.136 7589.108 767,'9.045'8.421'0,"2.688"-4.926"-4,3.363 1.429 3,-1.383 0.978 0,-1.685 1.824 0,-1.875 0.433 2,1.538 4.056-2,-1.101 2.123 0,-3.612-3.557 1,-0.814 1.270-2,-1.078 1.039 1,-1.689-1.571 2,-1.002 3.428-1,-1.868 1.145-1,-0.997-2.117 0,-1.021-1.897 1,-1.704 6.409 0,-0.594-2.530 0,-2.345 3.875-2,-1.680 0.787 2,0.214-3.015 0,2.601-6.974 0,-0.407 0.121-2,-7.400 11.540 3,-0.169-2.955-3,4.780-7.752 2,-0.475 0.022 1,-6.952 8.035-2,-5.637 3.953-3,1.270-3.841 5,11.454-11.917 0,-4.992 3.866-2,4.251-4.057 0,-5.233 3.690-1,4.635-3.958 3,-5.408 3.148-3,4.945-3.668 2,-10.973 5.988 0,10.793-6.729-2,-16.829 8.297 3,3.606-2.856-1,4.322-2.765 1,4.358-2.458-1,3.984-2.051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0:17:39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15841.534 3555.208 767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1:35:14"/>
    </inkml:context>
    <inkml:brush xml:id="br0">
      <inkml:brushProperty name="width" value="0.0529194456206428" units="cm"/>
      <inkml:brushProperty name="height" value="0.0529194456206428" units="cm"/>
      <inkml:brushProperty name="color" value="#00b0f0"/>
      <inkml:brushProperty name="ignorePressure" value="0"/>
    </inkml:brush>
  </inkml:definitions>
  <inkml:trace contextRef="#ctx0" brushRef="#br0">5913.612 3066.437 767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1:42:12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14144.612 3656.437 767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05:49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1981.612 8414.437 767,'11.852'-6.850'-2,"-1.117"4.027"0,3.607-0.539 0,3.675-0.008-1,0.190 0.770 1,-5.609 1.566 1,1.235 0.409 0,11.209 0.256-1,18.870 1.020-1,-29.860-0.345 1,8.740 0.586 0,1.773 0.315 1,1.455 0.216 0,-8.014-0.416 0,21.256 1.159-4,-19.056-1.082 2,22.496 1.039 1,-20.987-1.096 2,23.163 0.867-4,-10.769-0.244 3,13.454 0.792-1,0.467 0.057-1,-24.179-1.270 3,11.665 0.546-1,10.415 0.411 1,-0.727-0.231 0,-12.446-0.634-1,8.392 0.177-2,-21.344-0.661 5,26.046 1.669 2,-20.227-0.975-1,-1.986-0.019-3,3.997 1.021 0,-0.403 1.021 9,-13.299-1.428-7,-2.256-0.061 0,2.820 1.411-4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05:49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1994.612 8623.437 767,'12.129'0.000'-2,"7.017"0.000"-1,-7.200 0.000 1,3.572 0.000 0,7.263 0.000 0,-6.732 0.000 0,1.581 0.000-1,8.476 0.000 1,-12.427 0.000 1,8.373 0.000-1,1.651 0.000 0,1.700 0.000-1,32.101 0.000-1,-37.475-0.153 3,22.599-0.670-1,-20.899 0.329 1,12.121-0.393-2,1.148-0.091 1,0.662-0.045 1,-11.616 0.337-1,25.671-0.665-1,-24.681 0.694 4,12.880-0.272-4,0.314 0.067 4,-0.078 0.075-4,-12.875 0.298 2,25.378-0.343 2,-25.598 0.451-1,12.028-0.111-2,-0.658 0.075 3,-0.792 0.069-1,-12.420 0.144 0,10.635-0.041 2,-11.866 0.105-1,20.217-0.052-2,-1.962 0.057 4,-11.854 0.075-2,6.688-0.584 1,-10.635-0.048 2,-1.940-0.146-4,6.484-0.625 2,-4.948-0.053 2,-1.646-0.272-1,-6.405 0.213-1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05:50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3055.612 8020.437 767,'10.541'-6.926'-3,"3.882"4.541"1,-0.113 3.262 0,-2.722 0.158 2,-0.248-0.067-1,8.006 1.160 0,3.536 0.912-3,-1.180 0.050 3,-7.604-0.854 0,0.898 0.125 1,17.598 3.000-3,-21.242-3.415 2,6.447 1.384 0,0.478 0.233 0,0.605 0.433-1,-6.152-1.075 3,13.839 3.664-2,-13.247-3.085-1,13.437 4.659 1,-13.368-3.816 2,6.707 2.908-3,-0.152 0.386 2,-0.304 0.471-1,-6.731-2.480 2,12.284 6.732-2,-12.853-5.975 1,5.697 3.761 0,-0.850 0.522 0,-0.777 0.471-1,-5.782-3.526 2,9.064 9.162 0,-10.358-8.155 0,7.148 9.618-1,-8.826-9.003 1,2.502 4.941-1,-1.310 0.567 1,-1.262 0.397-1,-3.059-4.768 0,1.892 11.450 0,-3.756-10.671 1,-0.132 6.090 0,-1.561 0.634 0,-1.594 0.713-2,-0.494-5.849 1,-4.689 14.555-1,2.016-13.340 1,-7.255 15.577-1,4.575-14.520 0,-5.575 8.300 0,3.034-7.310 0,-13.825 18.055-2,-3.766 1.667-1,3.325-7.518 3,-2.491 0.776-2,7.565-9.426 2,-11.995 10.059-2,8.953-9.806 1,-13.234 9.853-2,10.517-9.949 2,-27.396 19.188-3,38.400-29.314 2,-41.871 26.874 2,27.524-18.996 0,-45.321 24.403-3,8.532-7.794 2,10.946-7.773 1,11.399-7.055 2,10.634-5.983 2,9.209-4.795-5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0:17:39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15841.534 3555.208 767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1:35:14"/>
    </inkml:context>
    <inkml:brush xml:id="br0">
      <inkml:brushProperty name="width" value="0.0529194456206428" units="cm"/>
      <inkml:brushProperty name="height" value="0.0529194456206428" units="cm"/>
      <inkml:brushProperty name="color" value="#00b0f0"/>
      <inkml:brushProperty name="ignorePressure" value="0"/>
    </inkml:brush>
  </inkml:definitions>
  <inkml:trace contextRef="#ctx0" brushRef="#br0">5913.612 3066.437 767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01:42:12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14144.612 3656.437 767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05:49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1981.612 8414.437 767,'11.852'-6.850'-2,"-1.117"4.027"0,3.607-0.539 0,3.675-0.008-1,0.190 0.770 1,-5.609 1.566 1,1.235 0.409 0,11.209 0.256-1,18.870 1.020-1,-29.860-0.345 1,8.740 0.586 0,1.773 0.315 1,1.455 0.216 0,-8.014-0.416 0,21.256 1.159-4,-19.056-1.082 2,22.496 1.039 1,-20.987-1.096 2,23.163 0.867-4,-10.769-0.244 3,13.454 0.792-1,0.467 0.057-1,-24.179-1.270 3,11.665 0.546-1,10.415 0.411 1,-0.727-0.231 0,-12.446-0.634-1,8.392 0.177-2,-21.344-0.661 5,26.046 1.669 2,-20.227-0.975-1,-1.986-0.019-3,3.997 1.021 0,-0.403 1.021 9,-13.299-1.428-7,-2.256-0.061 0,2.820 1.411-4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05:49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1994.612 8623.437 767,'12.129'0.000'-2,"7.017"0.000"-1,-7.200 0.000 1,3.572 0.000 0,7.263 0.000 0,-6.732 0.000 0,1.581 0.000-1,8.476 0.000 1,-12.427 0.000 1,8.373 0.000-1,1.651 0.000 0,1.700 0.000-1,32.101 0.000-1,-37.475-0.153 3,22.599-0.670-1,-20.899 0.329 1,12.121-0.393-2,1.148-0.091 1,0.662-0.045 1,-11.616 0.337-1,25.671-0.665-1,-24.681 0.694 4,12.880-0.272-4,0.314 0.067 4,-0.078 0.075-4,-12.875 0.298 2,25.378-0.343 2,-25.598 0.451-1,12.028-0.111-2,-0.658 0.075 3,-0.792 0.069-1,-12.420 0.144 0,10.635-0.041 2,-11.866 0.105-1,20.217-0.052-2,-1.962 0.057 4,-11.854 0.075-2,6.688-0.584 1,-10.635-0.048 2,-1.940-0.146-4,6.484-0.625 2,-4.948-0.053 2,-1.646-0.272-1,-6.405 0.213-1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05:50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3055.612 8020.437 767,'10.541'-6.926'-3,"3.882"4.541"1,-0.113 3.262 0,-2.722 0.158 2,-0.248-0.067-1,8.006 1.160 0,3.536 0.912-3,-1.180 0.050 3,-7.604-0.854 0,0.898 0.125 1,17.598 3.000-3,-21.242-3.415 2,6.447 1.384 0,0.478 0.233 0,0.605 0.433-1,-6.152-1.075 3,13.839 3.664-2,-13.247-3.085-1,13.437 4.659 1,-13.368-3.816 2,6.707 2.908-3,-0.152 0.386 2,-0.304 0.471-1,-6.731-2.480 2,12.284 6.732-2,-12.853-5.975 1,5.697 3.761 0,-0.850 0.522 0,-0.777 0.471-1,-5.782-3.526 2,9.064 9.162 0,-10.358-8.155 0,7.148 9.618-1,-8.826-9.003 1,2.502 4.941-1,-1.310 0.567 1,-1.262 0.397-1,-3.059-4.768 0,1.892 11.450 0,-3.756-10.671 1,-0.132 6.090 0,-1.561 0.634 0,-1.594 0.713-2,-0.494-5.849 1,-4.689 14.555-1,2.016-13.340 1,-7.255 15.577-1,4.575-14.520 0,-5.575 8.300 0,3.034-7.310 0,-13.825 18.055-2,-3.766 1.667-1,3.325-7.518 3,-2.491 0.776-2,7.565-9.426 2,-11.995 10.059-2,8.953-9.806 1,-13.234 9.853-2,10.517-9.949 2,-27.396 19.188-3,38.400-29.314 2,-41.871 26.874 2,27.524-18.996 0,-45.321 24.403-3,8.532-7.794 2,10.946-7.773 1,11.399-7.055 2,10.634-5.983 2,9.209-4.795-5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01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969.704 5186.398 767,'0.000'-12.289'0,"4.722"1.131"-4,1.340 0.203 4,-0.408 23.605 1,-6.507-0.562-2,-0.768-0.108-1,-1.231 7.665-1,-2.076 7.755 1,0.643-4.781 0,-1.937 6.756-2,0.664-4.664 1,1.608-7.053 1,-5.312 23.052-2,4.322-19.346 1,-6.523 25.987-1,5.409-22.870 0,-3.887 14.763 0,-0.410 2.156 1,-0.471 1.812 1,3.395-13.752-1,-8.517 31.768-1,7.968-30.384 3,-8.330 32.305-3,8.284-31.694 4,0.017-0.107-3,-11.330 46.349 0,11.723-47.237 2,-6.842 28.318 0,4.307-16.713 2,-1.939 11.394 0,3.921-15.437 1,0.523-2.208 0,-0.751 7.172-1,3.041-13.397 5,0.016 4.539-1,1.770-5.635-2,1.664-5.590-3,1.515-3.358 6,1.504-5.541 3,8.141-29.486 16,-2.657-16.331-26,-2.009 2.845-6,-1.218 2.655 3,0.860-12.587-2,0.898-16.833-2,-0.915 4.044 2,-0.932 7.125 1,-0.857 8.327 3,-0.735 8.290-2,-0.594 7.515 3,-0.456 6.366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01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939.704 5110.398 767,'10.040'-5.143'-3,"0.567"0.664"2,7.684-2.686-2,-5.915 2.272 3,5.248-1.313-2,-6.223 2.813 1,11.095-1.798 0,-8.567 2.711 0,4.124 0.045-1,-6.976 1.725 2,0.207 0.474 0,15.066 2.722-2,-4.108 3.085 3,-0.964 3.274-4,-4.743 1.557 7,-7.222-2.223-6,-0.631 1.251 2,4.217 9.149-1,-6.264-5.443 2,-0.801 1.528 0,-1.180 1.605-4,-1.049 1.225 1,-1.787-5.246 3,-0.268 15.091-2,-1.354-13.298-1,-1.792 16.069 0,0.285-14.873 1,-2.004 8.389-1,-1.368 0.799 1,-1.372 0.376 0,1.434-8.075 0,-7.106 18.059-2,5.370-17.390 4,-4.754 8.643-3,3.108-8.641 4,-10.417 17.419-6,8.643-17.639 3,-11.961 17.043 1,10.547-17.362 0,-13.176 15.915-2,11.940-16.753 3,-6.777 7.279-2,-0.728-1.192 0,-0.440-1.123 1,6.688-7.634 1,-14.093 11.291-3,13.965-12.979 4,-6.602 4.257-3,0.567-1.657 3,0.573-1.677-2,-11.287 3.813 2,5.241-4.992 1,2.540-2.947-2,3.523-2.496 2,3.978-2.043 0,-2.800-0.515 16,34.679-0.084-15,-3.515 1.321-7,-0.478 1.022 2,8.900 5.928-3,-1.496 1.041 0,-7.038-3.563 3,0.582 0.980 0,15.927 13.906-1,-19.603-15.312 0,9.878 10.510 0,-9.935-9.294 2,4.940 5.612-3,-0.369 0.521 3,-0.273 0.807-1,-4.780-5.340 1,8.651 12.564-2,-9.155-11.922 3,3.880 6.302-2,-0.362 0.106 1,-0.611 0.017 0,-4.078-6.211 1,3.317 5.961-3,-0.697-0.439 2,1.974 5.199 0,-6.358-11.922 1,2.359 4.908 0,1.538 4.034-1,-1.328-1.522 1,-2.676-5.734 0,-0.392-1.202-1,1.823 3.059 6,-1.159-3.191-5,2.684 2.651 8,-1.263-25.762-5,-9.189 0.330-2,-0.828-2.201-4,0.135 0.291 0,-1.452-8.761-1,1.748 9.637 2,-0.927-5.870 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02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1397.704 5965.398 767,'-8.881'8.396'-3,"18.351"-2.741"3,5.104-4.479-1,-0.763-0.882-1,0.311-0.207 1,4.249-0.110-2,-7.027-0.729 3,3.448-0.725-1,-2.427-0.773 0,7.700-2.144 1,-3.150-0.354-1,3.377-3.638 0,-10.206 3.149 1,-0.146-0.575 0,8.473-9.105 0,-3.987 0.579 0,-6.469 4.994-2,-0.633-0.552 0,5.135-11.900 4,-4.887 1.881-4,-4.375 7.128 3,-1.210-0.116-3,-1.304-14.237 4,-2.769 4.208-4,-0.588 9.312 3,-0.708 0.080-2,-0.863 0.421 1,-0.962 0.678 1,-7.545-10.809-3,5.431 12.707 3,-0.449 0.923-2,-6.306-4.116 0,5.045 7.342 4,-10.317-2.606-2,-8.176 6.456 0,6.418 6.692-1,-0.166 6.224 1,0.121 5.711-3,4.001 0.796 2,7.219-5.209 0,0.124 1.325-1,3.428-3.847 1,-6.242 11.840-3,6.484-10.086 4,-5.963 12.494-3,6.224-11.325 2,-2.448 6.832-1,0.181 0.944 0,0.358 0.612-1,2.812-6.494 2,-3.999 15.176-3,4.766-14.522 5,-1.454 7.812-4,0.659 0.223 2,-0.513 7.501-1,0.958 7.010 1,3.262-22.554-1,0.682 13.858 1,0.665-14.527 2,1.114 6.037-4,1.219-0.837 3,0.893-0.767 1,-0.632-6.609-1,4.807 9.557-3,-3.254-11.130 5,6.330 8.111-3,4.842 1.754 4,-4.705-9.935-4,0.929-1.341 2,14.966 4.162-2,-1.669-6.545 0,8.560-4.813 0,-3.021-4.776 0,-17.984 1.039-1,6.978-2.193-1,-6.265 0.932 1,0.202-0.401 2,7.140-3.001-2,0.213-1.076-1,-6.898 2.348 0,13.945-6.952 2,13.544-8.146-1,-27.969 13.717 0,19.727-11.305 0,-5.399 2.256 1,-5.754 2.805 1,-5.445 2.880-1,-4.764 2.663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02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1992.704 5828.398 767,'-4.187'-10.370'0,"0.996"-0.413"-3,-2.329-6.205-1,-0.078 0.177 3,-0.693-3.068 0,-0.647 3.944-2,0.327 3.156 5,-0.223 3.685-1,-4.934 4.394 2,-4.099 13.093-2,6.994-1.527-2,-3.694 6.970-2,5.924-3.950 2,-0.346 1.222 1,1.242-1.339-1,-2.271 5.795 1,-4.328 10.962-5,0.152 4.245 4,2.087-2.530-2,4.245-10.292 2,0.316 0.535 0,2.024-6.004 0,-2.754 13.136-1,3.349-12.816 2,-0.583 6.442-2,0.783-0.052 3,0.089 12.370-2,2.140-7.265 1,0.982-7.100 1,0.858-1.260-1,1.432 3.940 1,1.325-4.565-1,1.100-1.785 1,-0.077-3.271 0,4.703 3.877 2,5.295-3.522 0,0.793-8.645-2,-2.186-3.438 1,8.549-6.590-1,-6.587-1.311-2,0.652-4.465-1,-3.872 1.480 1,-4.052 3.399 1,9.084-12.468-2,-8.649 9.989 0,4.386-8.033-1,-4.405 5.561 3,9.146-17.902-3,-8.968 15.030 2,4.306-10.432-1,-0.085-1.700 0,-0.417-1.361 0,-4.391 9.610 0,3.758-11.511-1,-4.185 10.330 2,7.191-22.883-2,-7.916 22.344 2,6.533-22.116-1,-7.196 22.648 1,2.563-10.408 1,-0.825 0.866 0,-3.167 10.961 0,2.133-9.148-1,-0.551 1.425 1,-0.611 1.665 2,0.908-5.970 1,-3.814 16.948 2,0.983-6.394-6,-0.612 1.452 3,-0.576 1.482 1,-1.249 6.889-3,0.392-4.838 3,-0.452 1.196 3,-0.400 1.143-3,-0.349 1.070-3,-0.300 0.999 1,-0.253 0.916 1,-0.257-3.941 0,-0.329 1.737-2,-0.577 1.638 2,-2.783-5.650 1,-5.077 8.767 0,-0.287 17.375 2,3.785 1.521-5,-0.917 4.596-2,0.389 0.848 0,0.378 0.198-1,-1.535 6.813 1,2.357-6.844 1,-0.145 1.603-1,1.527-4.976 1,-3.594 14.703-2,3.299-12.889 1,-3.250 16.429 1,3.211-14.716-1,-1.760 9.073 0,-0.343 0.738 1,-0.124 0.700-1,1.891-8.405 1,-4.167 19.373-1,3.953-18.509 2,-1.837 9.659-2,0.253-0.034 1,-0.053 0.021-1,0.105-0.334 3,0.228-0.577-1,1.885-9.274-1,-2.707 17.315-1,3.212-18.034 5,-0.989 7.912-4,0.440-0.858 3,0.436-0.921-3,0.419-1.132 4,0.396-1.267-2,0.367-1.154-1,-0.251 10.392 3,1.366-1.895-1,1.674-5.504 1,0.830-7.331-1,0.855-3.563 1,2.227 0.000 1,10.007-8.195 1,-4.717-9.159-1,-1.361-1.690-3,-0.602-0.402-1,4.717-5.678-3,-5.158 4.202 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03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2343.704 5736.398 767,'-12.239'9.173'-3,"3.058"2.803"2,1.482-0.723-2,0.735 0.447 1,-0.291 1.754 2,1.799-2.696-1,-4.279 9.193 1,4.484-8.750-1,-1.043 3.831 1,-1.523 5.389-1,3.966-9.276 0,-0.236 0.586-1,-0.077 0.360 3,0.050 0.174-1,-2.378 8.768-2,2.932-7.932 1,0.295 0.343-1,0.318 0.111 3,0.327-0.073-1,-1.860 15.584 0,2.261-9.814-2,1.195-7.178 3,0.583-0.917-1,0.832 6.088 0,2.576 0.174 1,2.809-4.857 2,2.404-4.729 0,2.694-5.465-2,-0.118-4.702 0,4.500-5.539 0,2.204-5.471-1,1.507-5.011-4,-2.757 0.064 1,-6.335 6.196 2,-0.002-0.449 0,10.019-14.039-2,-13.265 17.434 3,3.155-4.797-2,-0.384-0.017 2,-0.153-0.041-1,-0.166 0.141 0,-0.172 0.279 2,3.982-6.599-1,-3.212 4.862 0,-1.795 2.392 1,-0.533 0.303 0,-0.612 0.374 0,5.786-10.872 0,-3.610 4.725-2,-1.470 0.659 4,-1.950 2.727-1,-1.143 1.092-2,-0.884 1.060 1,0.634-5.637 0,-3.529 7.174 3,-14.708 25.710 3,3.593 2.880-11,4.729-6.610 2,-1.210 4.109 0,-1.646 5.887 0,0.401 3.108 0,-0.199 2.626 2,1.636-2.994-2,0.239 1.308-1,-1.282 6.708 2,4.163-15.301 2,0.249-0.075-3,0.287-0.285 3,0.309-0.244-2,-1.239 10.086 0,1.540 8.912 0,2.479-11.149 3,0.535-10.002 0,0.592-0.661-1,1.475 2.710-2,1.039-1.807 3,2.334 0.386-3,1.045-2.957 4,0.436-2.850-3,6.494-5.230 3,0.054-6.081 2,-1.104-2.526-5,-1.808-0.620-1,6.696-6.803-1,-1.779-1.232-1,-1.780 0.416 2,-2.354 1.514 0,-2.483 2.035 0,2.596-3.990-1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03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2831.704 5736.398 767,'-7.574'-10.848'-3,"-5.970"7.142"2,2.130 4.359-1,-1.081 3.733 2,-0.417 2.488 0,2.495 0.750-1,-10.163 8.665-2,5.066-3.322 2,-0.654 1.527-1,-0.337 1.726 1,2.042-0.820-2,6.032-5.833 3,0.417 0.401 1,-7.446 10.989 0,1.623 1.095-4,3.267-2.673 4,-0.744 4.413-1,3.541-3.471 0,4.294-8.110 0,0.791 0.050-1,0.691 0.139 1,0.321 8.760 1,1.845-4.320-2,1.709 3.976 1,-0.019-8.508 1,3.801 8.008-1,-1.625-8.710 0,0.593-0.766 0,2.905 2.036 1,2.857 1.923-1,1.837-2.242 0,4.681-1.646 0,1.794-3.856 3,-1.861-4.207-5,0.953-3.185 2,4.642-5.132-1,-2.831-2.780 2,-3.281-0.718-1,-4.317 1.305-1,-0.503-0.532 0,7.400-7.666 0,-3.158 1.031 1,-3.327 1.967-3,-3.125 2.350 3,1.625-3.623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04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2999.704 5858.398 767,'0.213'11.140'0,"4.775"1.116"-4,6.673-5.939 2,4.152-4.345 2,0.244-3.662-1,0.460-2.243 0,-2.697-1.302 1,0.954-2.092-2,-1.332-1.240 1,0.184-1.218-1,-0.333-0.611 2,-2.667 1.612-1,8.677-11.209 0,-10.334 9.606 1,4.958-8.937 0,-4.014 2.262 1,-3.314 0.538-2,-3.858-3.919 3,-6.384 2.312 0,-6.500 1.521-2,1.274 8.038 1,-1.663 2.186-1,-5.823 1.059 0,-0.811 4.029 1,-1.133 4.453-2,1.164 2.286 2,4.091 0.138-3,2.059 0.105 1,-5.761 4.399 2,2.679-0.018-3,-0.827 2.825 1,-5.827 8.250 1,6.291-4.242 0,6.061-5.880-2,-5.482 9.067 0,3.463-3.551 3,-4.319 9.540-2,3.524-3.762-2,5.238-8.575 4,0.601 0.225-1,-2.272 9.910 2,3.885-9.125-3,-0.240 5.325 1,0.170 5.611-1,2.280-10.312 2,0.731-0.306-1,0.848 9.518-3,1.013-10.315 5,0.759-0.476-2,0.745-0.540 0,4.328 6.683-1,0.071-5.101 2,3.949 1.377-1,-3.727-7.452-1,6.313 2.957 5,4.139-4.228-2,-2.163-3.938-2,5.109-1.680 1,2.081-5.060-1,0.503-2.065-3,0.901-2.564 2,10.555-6.267-1,-9.348 2.483 1,-3.628 1.036 1,-4.146 1.583-1,-4.080 1.766 0,-3.669 1.716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05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3594.704 5293.398 767,'-12.637'1.418'0,"2.241"3.354"-4,-3.871 6.486 1,1.590 1.402 3,1.223 1.265-2,3.314-2.509 2,0.862 0.727-1,-5.352 9.635 0,0.890 0.284-3,3.901-6.429 4,-0.267 1.764-3,2.528-5.036 2,-6.619 15.853 0,6.057-13.465-2,-3.385 9.043 2,0.005 1.472-2,-0.167 1.307 0,3.284-8.350 2,-6.616 20.515-1,6.624-18.875 0,-5.697 22.030-1,6.135-20.688 3,-2.647 11.331-2,3.084-10.608 1,-4.518 22.407 0,5.315-22.238 1,-1.665 11.120-2,2.446-11.073 1,-1.253 10.880 1,2.042-11.098-1,-1.938 21.289 2,0.153 8.795 0,3.307-31.907 0,0.081 8.446 0,0.714 7.049-2,1.349-11.403 2,1.423 4.043 0,2.296 2.892 3,0.541-7.684-4,-0.109-6.742 8,-0.490-5.563-6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05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3976.704 5293.398 767,'1.504'-12.093'0,"9.884"11.757"-3,-3.096 11.656 3,-2.154-0.772-2,-0.061 4.027 0,-2.565-2.501 2,-0.797 1.188-2,-0.912-0.643 0,0.395 9.692 1,-1.348 4.743 0,-1.774 5.962-2,0.266-21.455 2,-0.855 6.809 0,-0.372 0.716-2,-0.640 0.878 3,0.472-6.408-2,-1.685 7.717 0,-0.814 0.967 2,-0.518 0.566-2,-0.696 0.661 2,-0.790 0.294-1,1.811-7.733 0,-6.559 17.330 0,5.286-16.653 0,-7.697 17.426-1,6.544-17.164 1,-4.424 8.669 1,-0.748-0.138 0,-1.054 0.038-1,4.067-8.624 0,-10.959 17.152 0,9.740-17.204 2,-6.198 8.451-3,5.104-8.552 4,-13.438 16.332-4,12.328-16.836 2,-0.385-0.262-1,-0.363-0.225 1,-7.490 7.432 0,6.633-8.165-1,-23.604 20.245 0,7.578-9.253 1,15.246-13.858-1,-14.953 8.880 4,15.257-11.358-4,-7.016 2.983 0,7.681-5.023 2,-21.276 7.634-1,5.570-4.971 5,6.058-3.920-2,5.800-2.933 0,5.118-2.075-1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10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4333.704 5736.398 767,'14.084'0.000'0,"-2.479"0.000"-4,0.699 0.000 2,3.227 0.000 1,4.292 0.000 0,-6.212 0.000 1,-0.924 0.000-1,0.985 1.104 2,-1.327 1.688-1,-0.742-0.004 1,4.922 0.150-1,-1.717-0.920-2,-3.233-0.067 2,4.812 0.694-1,-5.000-1.013 0,1.333-0.031 0,16.942 1.362-2,-0.632 0.029 2,-9.717-0.964-2,1.272 0.053 2,-6.307-0.699 0,8.649 0.643-1,1.398-0.091 0,9.618 0.426-1,-16.749-1.246 2,0.176-0.070-1,0.300-0.072 2,27.910 0.997-2,-9.192-0.222 0,-9.291-0.224 0,8.194 0.649 3,-18.033-1.086-1,7.820 0.513 1,14.217 0.883-3,-13.990-0.620 6,-2.560 0.296-7,4.164 1.218 6,-5.554-0.061 0,-5.127-0.283-1,-3.724-0.163 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10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4242.704 5950.398 767,'4.882'11.423'-3,"6.550"-8.290"2,0.595-3.447 1,-0.870-1.417-2,0.729-0.108 1,-0.026 0.262 0,5.276 0.432-1,-5.132 0.908 2,1.427 0.244-2,19.137 0.626-2,-20.853-0.347 4,14.435 0.421-2,-5.346-0.143-1,-6.399-0.183 3,8.647 0.589-2,1.343 0.287 1,1.202 0.191-3,1.085 0.111 3,0.939 0.046 0,0.826-0.006-1,11.460 0.449 1,13.730 0.267-3,1.480-0.281 2,-21.474-0.975 2,0.406-0.129-1,-11.244-0.366 0,22.799 0.347-1,-11.817-0.339 0,-0.002-0.103 3,23.417 0.056-5,-2.536-1.309 2,-23.476 0.032 6,16.097-1.056 1,-17.366 0.433-6,-3.458-0.032 0,6.621-0.758 0,-8.361 0.237 7,-7.264 0.317 0,-5.946 0.337-4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11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5203.704 5614.398 767,'3.763'10.485'0,"6.902"-6.333"-4,-0.150 0.256 4,6.205 0.095-2,-4.997-2.408 1,-0.547-0.642 0,7.018 0.069 0,-4.200 0.109-1,7.903 1.526 2,-4.540-0.720-2,0.636 0.660 2,-6.595-0.971 0,8.831 2.714-1,-3.788-0.666-1,8.773 2.726 3,-3.637 0.629-3,-8.919-2.663 2,-0.362 0.344-1,-0.398 0.330 2,-0.416 0.311-1,5.906 5.251-3,-7.423-4.000 4,4.895 6.276-1,-6.742-4.953 1,0.210 1.813-1,-1.156 0.226 2,1.351 5.003-1,-1.556 3.835-1,-4.179-2.259 1,-3.882 8.039-1,-1.394-10.191-1,-2.212 0.434 1,0.131-3.738 0,-8.230 12.395-2,-1.113-3.515 2,4.008-8.138 0,-0.986 0.116-1,3.048-4.078 1,-5.228 4.521-1,-19.800 14.715-3,1.188-3.462 3,18.183-14.319 1,-8.262 5.216-2,6.628-4.895 1,-9.188 5.427-1,7.473-5.073 0,-19.678 10.403-3,-9.942 4.552 3,-2.597 0.054 1,6.083-3.889-1,7.557-4.299-1,7.754-4.153 2,7.167-3.689 0,6.164-3.075 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01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969.704 5186.398 767,'0.000'-12.289'0,"4.722"1.131"-4,1.340 0.203 4,-0.408 23.605 1,-6.507-0.562-2,-0.768-0.108-1,-1.231 7.665-1,-2.076 7.755 1,0.643-4.781 0,-1.937 6.756-2,0.664-4.664 1,1.608-7.053 1,-5.312 23.052-2,4.322-19.346 1,-6.523 25.987-1,5.409-22.870 0,-3.887 14.763 0,-0.410 2.156 1,-0.471 1.812 1,3.395-13.752-1,-8.517 31.768-1,7.968-30.384 3,-8.330 32.305-3,8.284-31.694 4,0.017-0.107-3,-11.330 46.349 0,11.723-47.237 2,-6.842 28.318 0,4.307-16.713 2,-1.939 11.394 0,3.921-15.437 1,0.523-2.208 0,-0.751 7.172-1,3.041-13.397 5,0.016 4.539-1,1.770-5.635-2,1.664-5.590-3,1.515-3.358 6,1.504-5.541 3,8.141-29.486 16,-2.657-16.331-26,-2.009 2.845-6,-1.218 2.655 3,0.860-12.587-2,0.898-16.833-2,-0.915 4.044 2,-0.932 7.125 1,-0.857 8.327 3,-0.735 8.290-2,-0.594 7.515 3,-0.456 6.366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01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939.704 5110.398 767,'10.040'-5.143'-3,"0.567"0.664"2,7.684-2.686-2,-5.915 2.272 3,5.248-1.313-2,-6.223 2.813 1,11.095-1.798 0,-8.567 2.711 0,4.124 0.045-1,-6.976 1.725 2,0.207 0.474 0,15.066 2.722-2,-4.108 3.085 3,-0.964 3.274-4,-4.743 1.557 7,-7.222-2.223-6,-0.631 1.251 2,4.217 9.149-1,-6.264-5.443 2,-0.801 1.528 0,-1.180 1.605-4,-1.049 1.225 1,-1.787-5.246 3,-0.268 15.091-2,-1.354-13.298-1,-1.792 16.069 0,0.285-14.873 1,-2.004 8.389-1,-1.368 0.799 1,-1.372 0.376 0,1.434-8.075 0,-7.106 18.059-2,5.370-17.390 4,-4.754 8.643-3,3.108-8.641 4,-10.417 17.419-6,8.643-17.639 3,-11.961 17.043 1,10.547-17.362 0,-13.176 15.915-2,11.940-16.753 3,-6.777 7.279-2,-0.728-1.192 0,-0.440-1.123 1,6.688-7.634 1,-14.093 11.291-3,13.965-12.979 4,-6.602 4.257-3,0.567-1.657 3,0.573-1.677-2,-11.287 3.813 2,5.241-4.992 1,2.540-2.947-2,3.523-2.496 2,3.978-2.043 0,-2.800-0.515 16,34.679-0.084-15,-3.515 1.321-7,-0.478 1.022 2,8.900 5.928-3,-1.496 1.041 0,-7.038-3.563 3,0.582 0.980 0,15.927 13.906-1,-19.603-15.312 0,9.878 10.510 0,-9.935-9.294 2,4.940 5.612-3,-0.369 0.521 3,-0.273 0.807-1,-4.780-5.340 1,8.651 12.564-2,-9.155-11.922 3,3.880 6.302-2,-0.362 0.106 1,-0.611 0.017 0,-4.078-6.211 1,3.317 5.961-3,-0.697-0.439 2,1.974 5.199 0,-6.358-11.922 1,2.359 4.908 0,1.538 4.034-1,-1.328-1.522 1,-2.676-5.734 0,-0.392-1.202-1,1.823 3.059 6,-1.159-3.191-5,2.684 2.651 8,-1.263-25.762-5,-9.189 0.330-2,-0.828-2.201-4,0.135 0.291 0,-1.452-8.761-1,1.748 9.637 2,-0.927-5.870 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02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1397.704 5965.398 767,'-8.881'8.396'-3,"18.351"-2.741"3,5.104-4.479-1,-0.763-0.882-1,0.311-0.207 1,4.249-0.110-2,-7.027-0.729 3,3.448-0.725-1,-2.427-0.773 0,7.700-2.144 1,-3.150-0.354-1,3.377-3.638 0,-10.206 3.149 1,-0.146-0.575 0,8.473-9.105 0,-3.987 0.579 0,-6.469 4.994-2,-0.633-0.552 0,5.135-11.900 4,-4.887 1.881-4,-4.375 7.128 3,-1.210-0.116-3,-1.304-14.237 4,-2.769 4.208-4,-0.588 9.312 3,-0.708 0.080-2,-0.863 0.421 1,-0.962 0.678 1,-7.545-10.809-3,5.431 12.707 3,-0.449 0.923-2,-6.306-4.116 0,5.045 7.342 4,-10.317-2.606-2,-8.176 6.456 0,6.418 6.692-1,-0.166 6.224 1,0.121 5.711-3,4.001 0.796 2,7.219-5.209 0,0.124 1.325-1,3.428-3.847 1,-6.242 11.840-3,6.484-10.086 4,-5.963 12.494-3,6.224-11.325 2,-2.448 6.832-1,0.181 0.944 0,0.358 0.612-1,2.812-6.494 2,-3.999 15.176-3,4.766-14.522 5,-1.454 7.812-4,0.659 0.223 2,-0.513 7.501-1,0.958 7.010 1,3.262-22.554-1,0.682 13.858 1,0.665-14.527 2,1.114 6.037-4,1.219-0.837 3,0.893-0.767 1,-0.632-6.609-1,4.807 9.557-3,-3.254-11.130 5,6.330 8.111-3,4.842 1.754 4,-4.705-9.935-4,0.929-1.341 2,14.966 4.162-2,-1.669-6.545 0,8.560-4.813 0,-3.021-4.776 0,-17.984 1.039-1,6.978-2.193-1,-6.265 0.932 1,0.202-0.401 2,7.140-3.001-2,0.213-1.076-1,-6.898 2.348 0,13.945-6.952 2,13.544-8.146-1,-27.969 13.717 0,19.727-11.305 0,-5.399 2.256 1,-5.754 2.805 1,-5.445 2.880-1,-4.764 2.663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02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1992.704 5828.398 767,'-4.187'-10.370'0,"0.996"-0.413"-3,-2.329-6.205-1,-0.078 0.177 3,-0.693-3.068 0,-0.647 3.944-2,0.327 3.156 5,-0.223 3.685-1,-4.934 4.394 2,-4.099 13.093-2,6.994-1.527-2,-3.694 6.970-2,5.924-3.950 2,-0.346 1.222 1,1.242-1.339-1,-2.271 5.795 1,-4.328 10.962-5,0.152 4.245 4,2.087-2.530-2,4.245-10.292 2,0.316 0.535 0,2.024-6.004 0,-2.754 13.136-1,3.349-12.816 2,-0.583 6.442-2,0.783-0.052 3,0.089 12.370-2,2.140-7.265 1,0.982-7.100 1,0.858-1.260-1,1.432 3.940 1,1.325-4.565-1,1.100-1.785 1,-0.077-3.271 0,4.703 3.877 2,5.295-3.522 0,0.793-8.645-2,-2.186-3.438 1,8.549-6.590-1,-6.587-1.311-2,0.652-4.465-1,-3.872 1.480 1,-4.052 3.399 1,9.084-12.468-2,-8.649 9.989 0,4.386-8.033-1,-4.405 5.561 3,9.146-17.902-3,-8.968 15.030 2,4.306-10.432-1,-0.085-1.700 0,-0.417-1.361 0,-4.391 9.610 0,3.758-11.511-1,-4.185 10.330 2,7.191-22.883-2,-7.916 22.344 2,6.533-22.116-1,-7.196 22.648 1,2.563-10.408 1,-0.825 0.866 0,-3.167 10.961 0,2.133-9.148-1,-0.551 1.425 1,-0.611 1.665 2,0.908-5.970 1,-3.814 16.948 2,0.983-6.394-6,-0.612 1.452 3,-0.576 1.482 1,-1.249 6.889-3,0.392-4.838 3,-0.452 1.196 3,-0.400 1.143-3,-0.349 1.070-3,-0.300 0.999 1,-0.253 0.916 1,-0.257-3.941 0,-0.329 1.737-2,-0.577 1.638 2,-2.783-5.650 1,-5.077 8.767 0,-0.287 17.375 2,3.785 1.521-5,-0.917 4.596-2,0.389 0.848 0,0.378 0.198-1,-1.535 6.813 1,2.357-6.844 1,-0.145 1.603-1,1.527-4.976 1,-3.594 14.703-2,3.299-12.889 1,-3.250 16.429 1,3.211-14.716-1,-1.760 9.073 0,-0.343 0.738 1,-0.124 0.700-1,1.891-8.405 1,-4.167 19.373-1,3.953-18.509 2,-1.837 9.659-2,0.253-0.034 1,-0.053 0.021-1,0.105-0.334 3,0.228-0.577-1,1.885-9.274-1,-2.707 17.315-1,3.212-18.034 5,-0.989 7.912-4,0.440-0.858 3,0.436-0.921-3,0.419-1.132 4,0.396-1.267-2,0.367-1.154-1,-0.251 10.392 3,1.366-1.895-1,1.674-5.504 1,0.830-7.331-1,0.855-3.563 1,2.227 0.000 1,10.007-8.195 1,-4.717-9.159-1,-1.361-1.690-3,-0.602-0.402-1,4.717-5.678-3,-5.158 4.202 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03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2343.704 5736.398 767,'-12.239'9.173'-3,"3.058"2.803"2,1.482-0.723-2,0.735 0.447 1,-0.291 1.754 2,1.799-2.696-1,-4.279 9.193 1,4.484-8.750-1,-1.043 3.831 1,-1.523 5.389-1,3.966-9.276 0,-0.236 0.586-1,-0.077 0.360 3,0.050 0.174-1,-2.378 8.768-2,2.932-7.932 1,0.295 0.343-1,0.318 0.111 3,0.327-0.073-1,-1.860 15.584 0,2.261-9.814-2,1.195-7.178 3,0.583-0.917-1,0.832 6.088 0,2.576 0.174 1,2.809-4.857 2,2.404-4.729 0,2.694-5.465-2,-0.118-4.702 0,4.500-5.539 0,2.204-5.471-1,1.507-5.011-4,-2.757 0.064 1,-6.335 6.196 2,-0.002-0.449 0,10.019-14.039-2,-13.265 17.434 3,3.155-4.797-2,-0.384-0.017 2,-0.153-0.041-1,-0.166 0.141 0,-0.172 0.279 2,3.982-6.599-1,-3.212 4.862 0,-1.795 2.392 1,-0.533 0.303 0,-0.612 0.374 0,5.786-10.872 0,-3.610 4.725-2,-1.470 0.659 4,-1.950 2.727-1,-1.143 1.092-2,-0.884 1.060 1,0.634-5.637 0,-3.529 7.174 3,-14.708 25.710 3,3.593 2.880-11,4.729-6.610 2,-1.210 4.109 0,-1.646 5.887 0,0.401 3.108 0,-0.199 2.626 2,1.636-2.994-2,0.239 1.308-1,-1.282 6.708 2,4.163-15.301 2,0.249-0.075-3,0.287-0.285 3,0.309-0.244-2,-1.239 10.086 0,1.540 8.912 0,2.479-11.149 3,0.535-10.002 0,0.592-0.661-1,1.475 2.710-2,1.039-1.807 3,2.334 0.386-3,1.045-2.957 4,0.436-2.850-3,6.494-5.230 3,0.054-6.081 2,-1.104-2.526-5,-1.808-0.620-1,6.696-6.803-1,-1.779-1.232-1,-1.780 0.416 2,-2.354 1.514 0,-2.483 2.035 0,2.596-3.990-1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03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2831.704 5736.398 767,'-7.574'-10.848'-3,"-5.970"7.142"2,2.130 4.359-1,-1.081 3.733 2,-0.417 2.488 0,2.495 0.750-1,-10.163 8.665-2,5.066-3.322 2,-0.654 1.527-1,-0.337 1.726 1,2.042-0.820-2,6.032-5.833 3,0.417 0.401 1,-7.446 10.989 0,1.623 1.095-4,3.267-2.673 4,-0.744 4.413-1,3.541-3.471 0,4.294-8.110 0,0.791 0.050-1,0.691 0.139 1,0.321 8.760 1,1.845-4.320-2,1.709 3.976 1,-0.019-8.508 1,3.801 8.008-1,-1.625-8.710 0,0.593-0.766 0,2.905 2.036 1,2.857 1.923-1,1.837-2.242 0,4.681-1.646 0,1.794-3.856 3,-1.861-4.207-5,0.953-3.185 2,4.642-5.132-1,-2.831-2.780 2,-3.281-0.718-1,-4.317 1.305-1,-0.503-0.532 0,7.400-7.666 0,-3.158 1.031 1,-3.327 1.967-3,-3.125 2.350 3,1.625-3.623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04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2999.704 5858.398 767,'0.213'11.140'0,"4.775"1.116"-4,6.673-5.939 2,4.152-4.345 2,0.244-3.662-1,0.460-2.243 0,-2.697-1.302 1,0.954-2.092-2,-1.332-1.240 1,0.184-1.218-1,-0.333-0.611 2,-2.667 1.612-1,8.677-11.209 0,-10.334 9.606 1,4.958-8.937 0,-4.014 2.262 1,-3.314 0.538-2,-3.858-3.919 3,-6.384 2.312 0,-6.500 1.521-2,1.274 8.038 1,-1.663 2.186-1,-5.823 1.059 0,-0.811 4.029 1,-1.133 4.453-2,1.164 2.286 2,4.091 0.138-3,2.059 0.105 1,-5.761 4.399 2,2.679-0.018-3,-0.827 2.825 1,-5.827 8.250 1,6.291-4.242 0,6.061-5.880-2,-5.482 9.067 0,3.463-3.551 3,-4.319 9.540-2,3.524-3.762-2,5.238-8.575 4,0.601 0.225-1,-2.272 9.910 2,3.885-9.125-3,-0.240 5.325 1,0.170 5.611-1,2.280-10.312 2,0.731-0.306-1,0.848 9.518-3,1.013-10.315 5,0.759-0.476-2,0.745-0.540 0,4.328 6.683-1,0.071-5.101 2,3.949 1.377-1,-3.727-7.452-1,6.313 2.957 5,4.139-4.228-2,-2.163-3.938-2,5.109-1.680 1,2.081-5.060-1,0.503-2.065-3,0.901-2.564 2,10.555-6.267-1,-9.348 2.483 1,-3.628 1.036 1,-4.146 1.583-1,-4.080 1.766 0,-3.669 1.716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05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3594.704 5293.398 767,'-12.637'1.418'0,"2.241"3.354"-4,-3.871 6.486 1,1.590 1.402 3,1.223 1.265-2,3.314-2.509 2,0.862 0.727-1,-5.352 9.635 0,0.890 0.284-3,3.901-6.429 4,-0.267 1.764-3,2.528-5.036 2,-6.619 15.853 0,6.057-13.465-2,-3.385 9.043 2,0.005 1.472-2,-0.167 1.307 0,3.284-8.350 2,-6.616 20.515-1,6.624-18.875 0,-5.697 22.030-1,6.135-20.688 3,-2.647 11.331-2,3.084-10.608 1,-4.518 22.407 0,5.315-22.238 1,-1.665 11.120-2,2.446-11.073 1,-1.253 10.880 1,2.042-11.098-1,-1.938 21.289 2,0.153 8.795 0,3.307-31.907 0,0.081 8.446 0,0.714 7.049-2,1.349-11.403 2,1.423 4.043 0,2.296 2.892 3,0.541-7.684-4,-0.109-6.742 8,-0.490-5.563-6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05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3976.704 5293.398 767,'1.504'-12.093'0,"9.884"11.757"-3,-3.096 11.656 3,-2.154-0.772-2,-0.061 4.027 0,-2.565-2.501 2,-0.797 1.188-2,-0.912-0.643 0,0.395 9.692 1,-1.348 4.743 0,-1.774 5.962-2,0.266-21.455 2,-0.855 6.809 0,-0.372 0.716-2,-0.640 0.878 3,0.472-6.408-2,-1.685 7.717 0,-0.814 0.967 2,-0.518 0.566-2,-0.696 0.661 2,-0.790 0.294-1,1.811-7.733 0,-6.559 17.330 0,5.286-16.653 0,-7.697 17.426-1,6.544-17.164 1,-4.424 8.669 1,-0.748-0.138 0,-1.054 0.038-1,4.067-8.624 0,-10.959 17.152 0,9.740-17.204 2,-6.198 8.451-3,5.104-8.552 4,-13.438 16.332-4,12.328-16.836 2,-0.385-0.262-1,-0.363-0.225 1,-7.490 7.432 0,6.633-8.165-1,-23.604 20.245 0,7.578-9.253 1,15.246-13.858-1,-14.953 8.880 4,15.257-11.358-4,-7.016 2.983 0,7.681-5.023 2,-21.276 7.634-1,5.570-4.971 5,6.058-3.920-2,5.800-2.933 0,5.118-2.075-1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10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4333.704 5736.398 767,'14.084'0.000'0,"-2.479"0.000"-4,0.699 0.000 2,3.227 0.000 1,4.292 0.000 0,-6.212 0.000 1,-0.924 0.000-1,0.985 1.104 2,-1.327 1.688-1,-0.742-0.004 1,4.922 0.150-1,-1.717-0.920-2,-3.233-0.067 2,4.812 0.694-1,-5.000-1.013 0,1.333-0.031 0,16.942 1.362-2,-0.632 0.029 2,-9.717-0.964-2,1.272 0.053 2,-6.307-0.699 0,8.649 0.643-1,1.398-0.091 0,9.618 0.426-1,-16.749-1.246 2,0.176-0.070-1,0.300-0.072 2,27.910 0.997-2,-9.192-0.222 0,-9.291-0.224 0,8.194 0.649 3,-18.033-1.086-1,7.820 0.513 1,14.217 0.883-3,-13.990-0.620 6,-2.560 0.296-7,4.164 1.218 6,-5.554-0.061 0,-5.127-0.283-1,-3.724-0.163 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10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4242.704 5950.398 767,'4.882'11.423'-3,"6.550"-8.290"2,0.595-3.447 1,-0.870-1.417-2,0.729-0.108 1,-0.026 0.262 0,5.276 0.432-1,-5.132 0.908 2,1.427 0.244-2,19.137 0.626-2,-20.853-0.347 4,14.435 0.421-2,-5.346-0.143-1,-6.399-0.183 3,8.647 0.589-2,1.343 0.287 1,1.202 0.191-3,1.085 0.111 3,0.939 0.046 0,0.826-0.006-1,11.460 0.449 1,13.730 0.267-3,1.480-0.281 2,-21.474-0.975 2,0.406-0.129-1,-11.244-0.366 0,22.799 0.347-1,-11.817-0.339 0,-0.002-0.103 3,23.417 0.056-5,-2.536-1.309 2,-23.476 0.032 6,16.097-1.056 1,-17.366 0.433-6,-3.458-0.032 0,6.621-0.758 0,-8.361 0.237 7,-7.264 0.317 0,-5.946 0.337-4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0:11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5203.704 5614.398 767,'3.763'10.485'0,"6.902"-6.333"-4,-0.150 0.256 4,6.205 0.095-2,-4.997-2.408 1,-0.547-0.642 0,7.018 0.069 0,-4.200 0.109-1,7.903 1.526 2,-4.540-0.720-2,0.636 0.660 2,-6.595-0.971 0,8.831 2.714-1,-3.788-0.666-1,8.773 2.726 3,-3.637 0.629-3,-8.919-2.663 2,-0.362 0.344-1,-0.398 0.330 2,-0.416 0.311-1,5.906 5.251-3,-7.423-4.000 4,4.895 6.276-1,-6.742-4.953 1,0.210 1.813-1,-1.156 0.226 2,1.351 5.003-1,-1.556 3.835-1,-4.179-2.259 1,-3.882 8.039-1,-1.394-10.191-1,-2.212 0.434 1,0.131-3.738 0,-8.230 12.395-2,-1.113-3.515 2,4.008-8.138 0,-0.986 0.116-1,3.048-4.078 1,-5.228 4.521-1,-19.800 14.715-3,1.188-3.462 3,18.183-14.319 1,-8.262 5.216-2,6.628-4.895 1,-9.188 5.427-1,7.473-5.073 0,-19.678 10.403-3,-9.942 4.552 3,-2.597 0.054 1,6.083-3.889-1,7.557-4.299-1,7.754-4.153 2,7.167-3.689 0,6.164-3.075 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04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1861.704 8239.398 767,'13.290'0.000'0,"2.715"0.000"-5,-2.932-1.868 5,-1.443-0.290-2,4.527-0.958 1,1.178-0.272-1,-4.537 0.797 2,1.867-0.312-2,1.870-0.168 1,18.371-3.290-4,5.520-0.327 1,-23.813 3.882 3,0.548-0.079-1,30.797-4.542-2,-6.906 1.748 0,-9.269 1.676 0,0.945 0.308 3,-10.601 1.382 0,23.556-1.689 1,-11.251 1.357-3,0.028 0.349 1,0.329 0.732 1,5.164 0.578-1,-1.646 0.662-1,4.621 0.864 7,-11.929 0.619-5,-1.442 0.415 0,-10.526-0.222 0,24.645 3.548 3,-15.903-1.170 2,-3.096 0.090 5,6.415 2.065-14,-7.674-0.642 9,-6.733-0.862 0,-5.557-0.915-2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05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1876.704 8682.398 767,'-1.761'12.211'0,"3.961"-0.145"-4,10.204-7.181 4,6.619-3.267-1,-1.827-1.243-2,-2.152-0.304 1,6.833-0.520 0,4.684-1.332 1,4.771-0.640-1,-13.896 1.125 0,-5.251 0.434 1,7.248-0.400-1,1.212 0.056 2,-6.349 0.436-2,8.617-0.300 0,1.339 0.095 0,1.229 0.101 0,1.110 0.102 2,0.960 0.101-2,-8.808 0.267 1,20.558-0.238-1,-19.425 0.358 1,21.125-0.144-2,-20.396 0.244 3,10.355-0.029-1,-10.313 0.096 0,21.159-0.029 0,10.308 0.053-1,-31.544 0.076 3,9.578 0.016-1,-10.462 0.010-1,9.320 0.020 3,17.168-1.053-2,-28.281 0.519-1,15.778-0.818 3,5.777-0.513 1,-17.649 0.704 0,12.323-0.898-4,-6.849 0.227 7,-6.589 0.300-5,-5.833 0.317 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05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2853.704 7964.398 767,'8.511'-10.170'-3,"5.270"1.232"1,2.421 3.473 0,0.343 0.651 1,-3.790 1.592 0,-0.478 0.768 1,8.653-0.111-2,-5.551 1.728 0,1.824 0.760 2,-3.763 0.259-2,15.112 1.819 1,-3.622 0.997-1,1.029 1.673 0,-9.922-1.050 2,5.714 2.459 0,-10.878-2.711 0,11.061 4.332-2,-11.192-3.593 2,5.050 2.865-1,-0.272 0.850 1,-5.263-2.228-2,5.083 3.780 4,-0.443 0.945-2,-5.119-3.056 0,9.547 8.946 2,-5.436-3.411-3,-0.445 0.588 0,-4.795-4.063 1,7.169 10.964-1,-8.183-9.903 0,6.341 12.136 1,-7.383-11.038 0,2.360 6.688 0,-0.971 0.658 0,-0.973 0.839 0,-2.758-6.319-1,2.607 14.994 1,-3.803-13.859 0,0.330 7.856-1,-1.029 0.712 1,-0.869 0.344-1,-1.118 0.472 1,-0.518-7.720-1,-1.253 8.500 1,-2.044 9.107-2,1.306-16.939 2,-2.214 8.664-1,-1.206 0.320 1,-1.195-0.009 0,1.738-8.551-1,-7.246 17.296 0,5.690-17.478 1,-4.358 8.471 0,3.222-8.654 1,-10.250 16.339-4,8.562-16.918 3,-5.651 7.915 0,-13.076 14.879-1,16.126-23.933 2,-7.085 6.854-1,5.854-7.661-1,-15.096 12.566 0,-9.197 3.977 2,22.041-19.367-2,-15.801 8.809-1,-9.758 2.326 4,5.175-5.409-3,6.366-4.814 3,6.501-4.019-4,5.992-3.177 3,5.141-2.383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09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4318.704 7476.398 767,'-15.095'0.000'-3,"2.188"0.000"1,1.879 0.000 3,23.451 4.426 2,3.240 1.555-7,-3.292-2.349 2,7.006 0.545 0,-7.324-2.265 1,1.376-0.151-1,20.310 1.183-1,-21.670-2.069 2,7.371 0.268 0,1.354-0.163-3,0.908-0.153 3,-6.819-0.516 0,17.059-0.526-1,-15.783-0.038 0,25.158-1.146 1,-24.817 0.602 0,8.157-0.837-1,-0.328-0.301 0,-0.478-0.184 3,-8.221 0.668-2,7.276-1.161-1,-0.831-0.271 3,-1.038-0.137 0,-1.159-0.026 0,-1.224 0.060 0,4.642-0.991 1,-3.625 0.387-1,-3.775 0.460 0,-3.678 0.486-1,0.411-1.060 12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09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4379.704 7583.398 767,'-6.096'12.627'-3,"1.747"-0.116"1,-0.106 0.442 0,1.085-0.861 1,0.010 4.320 1,0.082 4.488-2,1.324-8.532 0,-2.135 17.824 0,2.736-18.855 1,-1.219 14.686-3,1.341-12.368 4,-0.479 8.922-2,-0.245 1.866 1,-0.140 2.009-2,0.674-7.888 1,-1.437 23.042-1,1.283-19.954 2,-2.000 25.657-2,1.578-22.956 1,-1.351 14.094-1,-0.611 1.703 0,-0.375 1.491 0,1.189-13.321 1,-3.875 31.067-2,3.286-29.362 4,-2.623 16.074-4,-0.424 0.829 4,-0.550 0.600-3,2.338-15.651 2,-2.965 16.282 0,2.407-15.970 0,-9.235 48.637-1,8.953-49.046 3,-3.030 14.782-3,3.020-16.090 2,-6.053 27.794 0,6.051-29.942 0,-7.787 37.244 0,6.041-28.774 1,5.134-24.814-1,-4.234 21.646 6,0.312-2.702-4,2.311-11.425-1,-1.175 7.079 1,0.813-2.399 3,-0.331 4.813 0,1.305-5.393 4,1.089-5.198-8,0.882-4.785 8,0.387 0.478-5,2.782-30.546 4,-0.845 2.800-29,-0.061 0.123 46,-0.107 1.304-27,0.295-6.363-1,-0.312 4.810 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10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4272.704 8453.398 767,'10.973'13.005'-4,"0.595"-4.393"4,0.820-3.995-3,5.565-2.415 3,-4.846-2.564-2,6.107-2.186 1,0.183-1.065-1,-6.179 0.691 1,1.312-0.693 0,1.041-0.449 0,1.225-0.641 0,-5.016 1.400-1,13.973-4.432 0,-12.436 3.759 0,14.904-4.165 1,-13.972 3.945 0,7.809-2.229-1,0.350 0.067 1,0.104 0.222-1,-7.556 2.195 1,14.779-3.245 0,-15.072 3.803 0,6.971-1.200 1,-0.855 0.932 1,-0.824 0.826-2,11.144 0.125 2,-13.761 1.814 1,-1.496 0.798-2,0.472 1.109 2,-2.210 1.075 1,0.537 2.313-1,-4.025 1.111-2,-0.362 5.411 6,-9.047 0.811-3,-8.560-2.010 0,-4.758-2.533-1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16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5386.704 8376.398 767,'5.853'-12.563'-3,"-0.529"-2.652"1,-3.040 3.769 0,-0.599-3.207 1,-0.748-1.059 1,-0.539 1.339 0,-1.910-0.918 0,-1.698 1.279 0,-4.300-4.899 0,-0.305 4.752-1,-4.987 2.159 2,2.431 6.171-1,-0.869 2.264 0,-2.584 3.600 1,2.079 3.241-1,0.677 1.001 0,-2.246 3.163-1,1.294 0.913 0,1.118 0.665-1,-3.266 4.358 1,5.450-3.914 0,-0.218 0.938 0,-9.224 13.286-1,0.594 3.011 0,3.560-2.857-1,6.131-8.482 3,0.542 0.673-1,2.719-5.121 1,-1.654 5.991-2,2.390-5.469 3,-3.920 18.364-2,4.965-17.928 1,0.278 0.184-1,-0.674 6.456 1,-0.083 6.604 1,1.313-6.372-1,0.105 5.986 0,1.106-12.523-1,0.503 11.782 3,0.375-12.173-3,1.377 17.062-1,0.083-12.068 3,0.485-0.654 1,0.326-0.741-2,2.688 8.462 1,-1.366-10.762 0,0.471-1.076-1,0.471-0.950 0,0.459-0.827 1,6.271 6.124 2,-0.367-6.396-3,4.130-3.494 2,1.817-6.063 3,-1.861-4.614-6,3.822-6.971-1,0.903-6.209 1,0.479-6.203-1,-13.591 14.773 1,3.345-5.904 0,0.159-1.189-1,-0.146-0.908 1,-3.341 5.116 0,6.416-13.496-2,-6.767 12.388 4,-0.075-0.200-3,5.728-13.816 2,-6.066 13.396-1,-0.124-0.025-1,7.634-20.407 2,-8.341 20.491-1,2.323-6.364 0,-0.378 0.568 3,-0.484 0.754-2,1.207-4.566 0,-1.067 1.843 1,-0.417 0.071 0,-1.344 3.665 1,-1.208 3.721-2,0.796-3.430 12,-9.155 30.710-5,-0.112 3.676-26,0.788-1.108 36,0.783-0.685-19,-0.572 5.609-1,1.689-7.375 3,-0.987 10.542-5,1.472-8.895 5,-0.971 16.856-2,1.521-15.724 2,0.164 0.097-2,0.151 0.061 3,0.596 10.445-3,0.906-5.924 3,2.032 4.423-3,-0.592-10.916 4,0.566-0.701-2,1.950 3.028 3,0.848-1.969-5,-1.014-4.953 3,5.957 6.532 0,0.716-6.884-1,7.523-2.966 5,-6.640-6.065-3,4.279-3.295-2,0.687-3.141 0,-6.933 1.501 0,-0.124-0.716-1,3.313-2.732-1,-3.670 1.325 2,6.553-5.919-1,-2.509 0.799 0,-2.757 1.521 1,-2.653 1.815 0,1.688-2.795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17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5966.704 8300.398 767,'0.000'-12.047'-2,"-3.535"-0.642"0,-4.713 1.476 1,-5.520 4.419 0,0.590 4.347 1,-1.274 1.300-1,0.606 0.832 0,0.362 2.080 1,-3.998 2.577 0,3.353 0.227-1,-0.469 1.328 0,2.409 0.451-1,-2.196 3.630 2,0.280 2.479 1,0.408 2.953-1,2.790-0.283-3,4.890-4.885 2,0.080 0.797 2,-5.124 13.468-1,1.557 2.601-3,2.900-3.153 2,3.305-9.016 1,-1.244 10.728-1,1.887-4.374-1,0.486 5.589 1,1.774-10.770 3,0.488-0.299-4,1.920 15.347 2,2.692-1.125 0,1.045-6.465-1,-1.524-10.151 2,0.661-0.724 1,7.747 10.486-4,3.893-3.129 5,-0.122-6.879-2,6.923-2.209 1,-1.684-5.561-4,7.045-4.921 2,-2.908-4.689-1,1.003-3.708 0,-15.841 3.709 1,5.817-3.646-1,-5.487 1.995 0,5.954-4.367 0,-5.835 2.838 0,5.614-4.991 1,-5.721 3.642-1,15.815-15.047-1,-0.330-2.016 1,-4.438 2.721 0,-4.693 3.730 0,-4.419 3.997 1,-3.854 3.794 0,-0.679-0.103-1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19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6439.704 7964.398 767,'-6.862'9.392'-2,"1.294"4.592"-1,1.139-2.046 2,-1.706 4.051 0,0.091 0.472-2,1.898-4.807 2,-0.239 1.051 0,-5.578 16.692-2,6.352-18.698 2,-2.090 6.888 0,-0.071 1.535-1,-0.327 1.120-1,1.991-6.241 3,-4.059 16.532-2,4.189-14.998 0,-4.139 17.132 0,4.126-16.068 1,-1.761 8.767-1,0.337 0.517 1,0.407 0.514 0,1.871-8.753 1,-2.302 17.717-3,2.933-17.729 5,-1.659 17.383-4,0.704 7.663 3,2.273-17.981-2,0.552-0.857 1,0.412-8.349 1,1.929 21.040 0,1.876-3.541 0,1.489-4.143 0,-0.289-8.825 4,0.644-3.119-4,0.203-3.725 0,0.232-3.626-1,8.871-1.005 5,-0.460-12.953 7,-4.495-4.607-11,-1.184-2.215-2,2.143-5.713-1,0.235-3.532-1,-0.334-3.035 0,-0.539-2.511 0,-6.133 15.097 2,5.265-17.121-1,-0.353-1.146 0,-1.635 3.836 2,-1.639 4.606-1,-1.492 4.650 0,-1.270 4.254 0,-0.303 0.253 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19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6134.704 8285.398 767,'7.685'8.019'-3,"4.286"-4.480"2,2.802-1.915-1,4.084-3.004 1,-7.669 0.155-1,7.551-2.018 1,-0.782-0.239-1,-6.341 1.277 1,0.572-0.389 0,14.041-3.182 1,-12.638 2.615-2,-0.014-0.274 2,9.262-2.473-2,5.553-1.643 1,-4.156 0.868-1,4.698-0.825 4,-5.080 2.116-3,-0.835 0.239 0,-1.259-0.066 2,-9.295 2.226 0,-0.595 0.188-2,0.916-0.437 1,-1.256-0.130 2,10.327-4.509 0,-5.301-0.074 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22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6775.704 8239.398 767,'-9.241'5.976'0,"-2.561"0.322"-4,2.795 0.995 3,4.269 4.331 1,-4.420-0.659 0,2.200-0.702-1,-1.085 2.999 0,-0.668 3.526-1,1.152-0.366-1,3.167-5.368 3,-2.310 9.504-2,1.202-3.499 1,-0.347 4.624-1,3.000-8.634 2,-0.669 8.801-2,2.126-5.357 2,0.954-4.757 0,0.487-0.609 0,1.953 5.709 1,3.982-3.133-3,0.617-4.438 8,4.289-1.358-6,4.387-1.623 2,2.874-4.343-2,-1.576-3.803 0,-1.898-2.209 0,7.917-5.622-2,-3.055-2.376 0,-8.218 4.040 1,-0.216-0.802-1,-0.464-0.594 2,-0.646-0.414 1,5.810-7.739-3,-7.127 6.168 1,3.811-9.200 3,-3.897 3.688-3,-2.938 4.307 1,-0.768 0.195 1,0.913-8.109-3,-3.660 8.420 3,-1.171 0.458 0,-1.412-7.033 0,-3.570-1.747 0,-7.596-2.903-1,-0.248 9.147 3,-1.885 3.301-4,-1.277 3.050 3,1.129 3.718-3,-5.840 0.404 2,-4.452 4.402 0,8.479 3.605-1,2.536 3.138 1,-2.413 7.608-1,6.142-0.639 1,3.328 2.393-1,4.563-2.415-1,3.693-0.719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22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7035.704 8224.398 767,'14.178'0.000'0,"-1.938"0.000"-4,-0.202 1.705 2,3.067 1.783 1,-1.483 1.274 1,-0.165 2.953-1,-3.537-1.139 1,-0.871 1.662 0,-0.638 1.657-1,-1.770-0.033 1,0.377 4.126-1,-2.362 2.773 1,-2.414-0.636-1,-1.883 9.064-1,-1.831-5.780 1,0.100-7.060 1,-0.634 0.458-2,-2.030 7.302 1,-0.035-4.113 0,0.275-2.199 1,-0.140-0.099 1,-0.005-0.242-3,-4.658 12.241 2,4.245-13.419-1,0.136-0.478 0,-2.206 5.740 1,0.860-2.876 2,0.961-3.141-1,-1.815 2.553 6,2.005-25.830-2,6.267-0.112-3,1.778-2.834-4,0.602 0.402-1,1.158-2.233 1,-1.534 5.823 2,1.846-4.439-2,2.271-4.710 1,-2.739 7.460 0,0.312-0.089-1,6.400-12.476 1,-1.455 4.437 1,-3.986 8.451 0,5.287-7.821-3,-1.390 2.815 4,-0.763 1.101 0,4.402-4.579-1,-4.605 8.976-1,-0.502 2.210 3,4.246-3.128 3,-3.953 4.169-5,0.604 1.476 4,2.181 1.292-2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24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7569.704 7583.398 767,'8.580'17.600'-3,"-6.591"-3.200"0,-0.872-2.188 2,-0.124 1.751-2,-0.206 3.698 1,-0.284-2.818 1,0.258 20.524-2,-0.561-22.318 2,0.037 8.313-1,-0.056 2.054-1,-0.446 1.785 1,-0.064-7.533 1,-0.834 21.265-2,0.505-18.754 0,-0.889 23.125 1,0.751-21.283 1,-0.421 12.354-2,0.014 0.965 0,0.044 1.038 2,0.415-11.838-1,-0.611 25.824-1,0.718-25.192 3,-0.226 12.719-2,0.096-0.104 3,0.299-12.711-3,0.405 24.907 1,0.367-13.064 0,-0.173-24.681 1,1.206 47.594 1,-1.056-47.985 0,1.029 34.617-1,-0.638-23.764 1,0.703 20.508 0,-0.699-22.136-1,0.607 18.957 3,-0.493-20.685-2,1.266 16.841 1,-0.969-18.774-1,0.632 7.325-3,0.022-1.539 7,-0.029-1.622-3,-0.067-1.645-1,-0.097-1.619 2,1.886 7.332 0,0.118-6.844-1,0.323-4.237-1,0.211-3.957 1,4.593-0.246 8,4.321-19.972-7,-6.424-2.922 1,-2.236 1.750-4,4.111-12.063-4,-0.579-1.326 0,6.545-20.223-1,-3.360 10.832 0,1.871-4.822 2,-2.545 8.165-2,-3.167 9.390 3,8.589-23.612 0,-7.656 21.710-1,9.317-24.881 0,-8.731 23.635 2,4.537-12.514-4,-4.345 12.061 4,9.534-25.105 2,-9.164 24.881-3,9.796-24.578 0,-9.683 24.860 2,4.591-11.900-2,-0.037 0.791 5,-0.001 0.738-4,-4.819 12.073 2,8.855-21.343-2,-9.264 22.577 4,8.177-19.196-3,-8.756 21.021 2,3.685-8.334-3,-0.623 1.473 4,-0.388 1.459-2,-3.874 8.966 2,5.729-13.858-3,-6.711 15.511 4,2.518-5.751-2,-0.593 1.272 1,4.315-11.363 0,-2.458 4.665 0,-3.906 9.907-1,-1.162 3.062 0,1.885-4.059 10,-2.294 31.817-5,-4.752 6.810-10,0.154-7.731 1,-0.028 2.126-1,-0.014 2.055 0,-0.057-5.283 1,-1.003 17.595-2,0.622-14.562 2,-0.547 10.383-1,-0.080 1.924 1,-0.025 1.549 0,0.019 1.638-1,-0.345 1.268 1,0.492-10.566 0,-1.563 24.861-2,1.406-23.352 4,-1.427 25.026-5,1.469-24.448 5,-0.989 12.361-1,0.722-12.286 0,-1.837 24.707 0,1.762-24.980 2,-1.623 23.297-5,1.742-24.133 6,-1.337 21.768-2,1.564-23.234 2,-0.495 9.963-2,0.208-1.236 0,0.207-1.386 0,0.581-10.411 5,-0.250 8.105-6,0.185-1.360 3,0.170-1.547 1,0.154-1.651 0,0.272-8.135-4,0.120 13.503 5,0.663-3.415-1,0.709-3.401-1,0.275-4.973-1,0.192-3.523 2,1.600-1.720 0,4.858-2.522 3,0.314-15.496 3,-2.002-4.326-9,0.325-2.486-2,2.681-7.886-1,-5.130 11.607 2,2.648-7.581-3,-2.019 4.989 2,9.552-25.981-3,-8.597 22.780 3,6.465-18.781 0,-5.990 16.867-1,3.684-10.529 0,0.153-1.210 1,0.248-1.378-1,-3.322 9.916 2,7.217-23.315-1,-7.096 22.086 2,3.892-11.841-2,-0.061-0.376 1,0.058-0.171-2,-3.803 11.614 3,7.261-23.633-2,-7.441 23.573 2,6.920-23.223-1,-7.203 23.478 3,3.244-10.934-4,-0.393 0.553 3,-0.166 0.524 0,-3.336 11.370 0,5.289-20.654-1,-5.826 21.589 1,2.467-9.236-2,-0.484 0.813 4,-0.185 1.011-2,-0.341 1.138 0,-2.563 9.491-1,2.147-7.629 3,1.753-6.374-2,-4.392 16.238 1,1.554-6.558-1,-0.109 0.986 0,1.412-5.270 2,-1.333 4.798-1,-0.554 1.634-1,-0.938 4.215 1,-0.071 1.518-1,1.041-2.554 0,-0.169 0.785 0,-1.067 2.850 0,0.222-4.976 10,-16.737 17.710-7,1.975 12.377-2,1.264-0.827-5,0.581-0.459 2,1.157-1.281-2,-3.532 4.729 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25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8347.704 8254.398 767,'14.084'1.104'0,"-2.982"4.040"-5,0.153 4.915 4,-3.400 0.933 0,-1.666 2.033 0,-1.965-0.493 0,-1.036 1.001 0,-0.938 1.374 1,-0.961-1.612-1,-0.354 4.798 1,-0.688 2.427 0,-1.164-2.440-2,-0.470-2.533 1,-0.188 0.525 1,-0.891 1.280-2,0.345-3.948 2,-2.494 14.676-2,1.126-8.483 3,-0.498 0.868-2,0.951-4.979-1,-1.882 10.484 3,2.151-10.570-2,-0.584 4.845 0,-1.393 4.354 0,1.895-10.441 1,0.073-0.636 1,-1.742 7.584-1,0.634-3.797 0,0.716-4.013 2,-1.113 2.311 4,2.551-29.054 0,4.181 0.225-3,0.783-0.103-5,-0.088 0.609 0,1.671-4.837-1,-1.584 5.895 1,0.469-0.703 2,5.104-14.490-3,-3.691 12.870 2,0.417-0.011 1,4.873-9.894-3,-3.515 9.341 3,6.394-10.021 0,-1.839 5.232-4,-5.712 9.775 5,6.206-8.740 0,10.750-12.637-1,-12.654 18.255-1,-0.009 0.525 1,7.033-7.171 3,-6.997 8.458-3,-0.204 0.858 0,6.581-5.244-3,-3.823 4.354 4,-0.740 1.442 1,-0.851 1.473-1,1.811-0.041 1,-1.755 2.179-1,6.202-0.725 0,-2.987 11.484 5,-10.104 7.146-1,-2.802 3.395-7,-2.212-3.674 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25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8790.704 8315.398 767,'0.000'11.986'0,"0.000"-0.449"-4,0.000 1.529 3,-1.097 2.482 0,-0.896-1.930-1,-0.355 2.321 1,-0.034-1.028 1,-3.033 13.555-3,2.553-13.020 1,-2.442 9.396 2,0.579-3.358-2,-0.613 4.504-1,1.598-8.942 5,0.821-4.442-2,0.024-0.244-2,0.096-0.319 2,0.149-0.371 2,-4.224 13.823-2,1.997-9.350-1,0.446-2.364 2,0.612-2.528 0,-2.004 4.603 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25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8820.704 8132.398 767,'9.112'-7.857'0,"2.981"2.426"-4,-0.620 4.021 2,-1.501 7.493 3,-7.555 8.627-1,-7.716-1.366-1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26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9233.704 7842.398 767,'-0.212'11.136'0,"-3.209"0.080"-4,-0.778 2.224 3,-2.726 3.783-1,0.944-3.278 0,0.103-0.143 1,-2.838 6.381 0,3.673-8.393 0,-4.217 9.900-1,0.321-1.622 1,4.354-9.706-1,-5.471 12.459 0,4.988-11.129 1,-2.872 6.898-1,-0.056 1.129 2,2.563-6.236-2,-3.192 7.856 0,-3.132 9.122 2,5.794-15.056-1,-2.985 8.428 0,0.234 0.758 0,0.018 0.340-1,3.007-8.120 1,-5.050 17.376 0,5.609-17.042-1,-4.064 17.267 1,4.895-17.413 3,-1.462 8.445-4,0.691-0.293 2,0.677-0.499 1,1.752-8.505-1,-1.532 15.156 0,2.333-16.021 1,-0.909 14.008 1,1.750-15.041-1,0.248 6.198-2,0.606-1.057 2,2.341 10.302 2,-0.376-13.070-3,0.347-1.177 3,0.638-1.333-3,0.625-1.419 2,0.598-1.448-2,2.339 0.846 1,0.764-2.990 1,4.492-0.345 3,-0.307-6.601-3,0.314-3.070-1,3.164-6.618 1,-2.064-3.250-2,0.381-4.174-1,2.568-8.393-2,-2.800 0.285 0,-0.364-2.103 1,-7.597 14.633 1,2.158-5.917 0,-2.547 5.273 0,1.783-6.093 0,-2.347 5.784 0,5.089-19.192 0,-2.000 3.524 1,-1.842 4.583 0,-1.578 4.802 0,-1.278 4.496 0,-0.471 0.021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26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8866.704 8254.398 767,'12.408'-4.749'-3,"-1.421"1.592"1,0.315 0.645 1,2.848-0.880-1,0.002 0.389 2,5.919-1.618-3,-9.310 2.064 3,8.288-1.721-2,-6.823 1.802 1,0.511 0.131 1,9.616-1.200-3,-8.215 1.687 2,0.410 0.202 1,10.543-0.678-1,12.215 1.246 1,-15.768 1.562-2,5.404 0.709 3,-5.535 0.116-2,-1.132 0.127 0,4.488 0.600 0,-4.289-0.157 4,-4.436-0.264-3,-4.119-0.304-2,-0.096 0.131 4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27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9538.704 8178.398 767,'-11.312'0.000'0,"-2.752"0.000"-4,-2.232 0.000 1,2.912 0.747 2,-1.630 4.205 1,5.170 2.203 2,-1.237 5.381-3,0.449 2.248 0,3.424-2.617 0,0.894-0.170 0,-4.082 9.486 0,1.307-1.706-2,3.441-6.976 3,0.088 0.962-2,-5.977 16.344 1,7.735-19.622-1,-3.395 11.386 2,3.756-10.845-1,0.175 0.302-1,-3.219 12.532 2,1.813-5.691-1,1.855-5.998 0,-0.760 6.074-1,0.604-0.294 5,0.553-0.282-3,0.496-0.292 0,1.120 10.773-3,2.149-2.040 4,1.828-2.676 0,2.041-3.438 1,-1.556-9.320-1,3.435 4.171-1,1.524-4.390 1,1.972-5.702 3,3.924-3.310 0,2.161-6.218-1,1.886-6.262-5,-5.145 0.934 2,-2.763 0.604-2,0.409-1.711 0,0.426-1.441 1,0.452-1.192-1,-3.963 3.996 2,8.367-12.202-4,-8.119 10.687 4,-0.051-0.343-1,0.037-0.332-1,11.908-20.049 0,-4.566 6.152 1,-4.468 6.333 0,2.457-6.434-1,-4.042 7.025 2,-0.567 0.698 1,5.153-12.457-2,-2.639 3.766 3,-4.163 9.130-2,-1.471 3.228 2,-1.330 3.219-1,0.495-1.603 12,-11.487 26.340-26,1.735 3.509 33,-0.113 4.541-23,0.305-0.960 0,1.665-7.036 1,0.011 0.644 0,-2.571 15.831 0,1.408-3.007 0,1.929-9.889 2,0.627 0.384-2,0.741-5.670 3,0.163 18.380-1,0.891-0.539-3,0.107-17.927 3,0.231-0.152 0,1.387 10.735-1,0.450-1.155 2,0.634-1.235-1,0.447-3.974 1,0.650-1.478 1,2.479 3.929-1,2.084-2.135 1,-0.537-6.349 0,5.532-1.981-1,6.109-11.605 4,-4.638-8.790-3,-6.324 0.604-4,-3.927 0.844 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27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9996.704 7812.398 767,'11.202'3.382'0,"-7.056"7.986"-4,-6.866 5.186 3,-0.063-5.666 0,-2.015 7.048-1,1.737-7.130 1,-0.214 1.432-1,-0.479 1.620 1,-0.275 1.301-1,-0.109 1.439 0,-0.373 1.484 1,1.426-5.547-1,-3.202 15.052 1,3.008-13.317-1,-1.813 8.098 0,-0.002 0.958 0,-0.264 0.954 1,-3.630 18.370-2,5.294-25.113 3,-5.781 27.649-3,5.771-27.141 3,-1.983 8.885-1,0.047-0.425 0,0.187-0.610 0,1.759-8.796 2,-1.863 8.177-5,0.134-0.538 5,1.919-8.548 0,-3.667 14.392 1,1.918-8.778-2,1.856-7.742 2,-1.604 5.954 0,0.008-1.161-2,-1.419 4.130 0,0.478-2.263 2,-0.810 1.136 3,0.633-4.197-3,0.561-3.986-3,0.474-3.559 3,-4.361-1.098 4,5.391-26.678 6,6.173 2.063-14,0.671 2.906-1,2.190-4.459 1,-0.789 4.555 0,0.900-0.693 2,-0.495 2.867-2,0.359-0.379 1,0.548-0.435 1,0.681-0.043 0,7.798-12.005-1,-6.327 11.500 1,0.300 0.111-3,6.479-7.858 4,-5.491 8.313-2,6.204-6.711 1,-5.805 7.779-2,0.072 0.408 2,4.723-3.571 1,-0.388 1.673 0,-4.867 4.691 1,5.304-3.097-3,1.645-0.362 0,-1.336 3.188 3,1.232 3.009 3,1.772 5.488-2,-4.715 4.527-4,-3.586 1.393 1,0.801 6.688 0,-4.964-3.156 0,-0.441 4.117-1,-1.371 1.512 1,-1.598-0.910 0,-0.630 0.967-1,-0.925-3.451-1,-1.440 7.377 2,-2.007 0.467 0,-0.569-2.828 1,0.688-6.813-1,-0.643 0.106-1,-2.010 4.129-1,-2.427 4.313 2,2.639-7.411 0,-5.674 9.163-2,1.285-4.204 1,-6.294 8.909 2,4.753-8.978-3,-1.505 0.063 2,-4.836 4.277-1,6.906-9.192 1,-0.323-0.357 0,-8.633 6.329 1,3.812-5.206-4,-0.080-1.716 3,4.258-3.837 0,0.254-0.977 3,-7.038 1.604-4,0.700-4.232 2,-4.707-6.321 2,10.754-1.843 1,-2.330-5.584-4,2.534-1.043 0,2.599 0.361 0,2.400 1.169 0,-1.056-4.582-1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28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10515.704 7781.398 767,'-6.264'15.333'-3,"0.985"-4.060"1,-0.603 3.465 0,1.872-2.220 0,-0.101 0.912 0,0.422-1.032 2,-0.604 5.047 0,0.502 3.227 0,-0.551 2.928-1,0.521-1.398-1,1.582-7.708 0,0.104 1.055 2,-2.801 18.824-2,3.217-22.261 0,-0.846 7.085 1,-0.320 0.723 0,-0.175 0.834 0,-4.268 24.147-1,4.759-29.498 1,-2.602 16.178-1,2.449-15.671 2,-1.545 8.187-1,-0.431 0.339 0,-0.213 0.439 1,1.442-8.255-2,-3.963 17.377 0,3.712-17.075 3,-2.158 8.657 0,-0.081-0.125-1,-0.330-0.349-1,-0.092-0.542 0,0.098-0.254 1,2.023-8.301 1,-4.290 15.282-2,4.367-15.966 2,-2.194 6.637-2,2.162-7.748 2,-3.879 12.788 1,4.198-13.896-1,-1.943 5.443-2,-0.759 1.511 2,0.396-1.637 0,0.521-1.600 2,0.595-1.516-1,-2.075 3.120-1,0.002-3.176 2,1.070-5.103-2,-1.938-1.597 9,7.384-24.483-6,2.543 1.696-2,-0.066 1.918-6,-0.078 1.135 2,1.080-5.905 0,-0.546 4.321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29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10621.704 8407.398 767,'6.858'12.111'-3,"2.660"-1.796"1,0.036-2.790 1,2.306-1.490 0,4.873-0.966 0,-3.543-3.260 1,8.688-3.903-2,-3.661-3.466 1,-7.057 1.310 1,2.478-2.466-1,2.368-3.723 2,-0.378-2.302-3,-0.235-1.646 2,-2.420 0.703-1,-0.710-0.732 0,-5.552 5.390 2,1.941-2.915-2,1.368-3.163 0,2.879-9.772 2,-7.113 12.819-2,2.098-5.066 3,-2.504 3.182-3,0.002-2.243 3,-2.126 1.325-1,-2.409-0.343 0,-2.159-1.444-1,-3.745 0.004 2,-3.333 3.114-3,-4.216 2.826 2,1.868 5.168-2,-1.316 1.646 1,-1.130 1.375 0,0.838 2.604 0,-5.470 1.665 0,4.372 1.478-1,-9.468 4.333 1,5.256-0.636-1,6.295-1.591 1,-2.555 1.931 0,-2.400 3.060-2,-2.247 5.346 3,8.051-5.122 0,2.911-2.082-2,0.026 0.608 0,-4.681 7.384 0,5.041-5.948 1,0.263 0.432-1,0.390 0.445 1,0.479 0.869 0,-5.481 15.504-1,1.331 2.029-2,2.592-4.014 5,3.247-9.921-3,0.247 0.184-1,1.518-5.119 2,-2.043 11.944-2,2.495-11.345 4,0.162 0.117-4,-0.641 6.161 3,-0.251 6.277-2,1.601-12.085 2,-0.740 11.979-2,1.295 11.945 0,1.232-9.564 1,0.408-6.724 0,0.463-3.326 1,1.910 9.911-1,-0.530-11.249 1,0.367-0.650-3,0.206-0.690 5,0.472-0.902-5,0.270-0.621 4,0.527-0.808 0,4.518 6.284-3,-2.760-8.075 0,0.697-0.468 6,0.572-0.606-3,0.459-0.699-2,10.056 5.353 0,-0.893-4.889-2,4.777-0.526 2,-2.376-3.046 1,6.072-1.099-3,-2.492-2.559 3,11.490-3.445-2,-19.592 0.496-1,10.275-3.181 2,5.068-3.706-2,-4.643-0.496 2,-3.694 0.420 0,-4.227 1.065 0,-4.162 1.356-1,-3.744 1.406 0,-0.369-0.313 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30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11659.704 7598.398 767,'-14.543'0.000'0,"3.455"-4.349"-4,-3.154-2.794 3,1.491 2.097 0,-0.331 0.055 1,-4.387 0.686-1,2.567 2.039 0,2.761 1.092 0,-2.867 0.077 0,-7.123 0.238 0,6.986 0.588 1,-2.984 0.084 0,5.851 0.904-1,-6.038 1.191-1,0.323 0.586 3,0.589 1.248-1,2.733 0.095 0,3.171-0.403 0,0.333 0.451 0,-1.967 1.188 1,1.127-0.235-2,1.237-0.507 2,-6.376 2.971-2,6.902-1.965 2,3.736 4.682 3,16.361 0.295-1,-5.447 2.955-3,-2.488 1.063-1,-1.035-3.191 0,-1.090-0.067 0,-0.714 4.573 0,-0.960 6.457-2,0.789-9.914 3,-0.901 5.498-2,-0.630 2.416 1,0.534-3.963 0,-0.039 0.804-1,0.544-5.202 2,-2.076 13.419-1,1.785-12.224 0,-1.938 15.006-3,1.751-13.755 4,-2.494 15.719-1,2.254-14.679 0,-1.135 8.134 0,-0.295 0.611 0,-0.131 0.640 0,1.286-8.083 1,-1.617 8.855-2,-0.148 0.611 2,0.000 0.188-2,-0.283 0.275 2,-0.100 0.310 0,1.596-8.954-1,-3.663 18.331 1,3.381-18.229 0,-3.303 17.993-2,3.278-18.187 2,-1.777 8.738 1,0.092-0.373-2,-0.190-0.188 1,1.767-8.827 1,-3.390 17.063-1,3.399-17.295 1,-1.804 8.358-1,0.112-0.319 1,0.228-0.512-1,1.615-8.223 1,-1.699 7.850-2,0.129-0.414 2,0.232-0.525-1,-0.090-0.228 1,0.056-0.386-2,1.661-7.691 2,-2.688 14.042 0,3.031-14.685-1,-1.032 6.322 0,0.369-0.916 2,0.380-0.812-2,0.378-0.733-1,-1.855 10.161 4,2.104-12.204-3,0.497-0.957 2,0.440-0.948-2,0.384-0.916 2,0.204 8.007 0,0.748-2.974 0,1.118-1.412-1,4.828 0.131 2,4.019-6.803 2,7.906-5.427-3,-3.131-3.849-2,-3.205-0.824-2,6.205-1.741 1,1.432-0.559-2,-2.170 0.165 3,11.438-1.231-2,2.428 0.192-1,-3.642 0.857 2,-16.080 1.495 0,5.771-0.299 0,-5.699 0.449 1,18.000-0.807-2,-3.665 0.418 1,-4.510 0.351 3,-4.607 0.279-3,-4.245 0.211 2,-0.176 0.119-2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32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11705.704 8010.398 767,'11.438'7.041'-3,"3.471"-2.154"1,3.667-4.388 1,0.407-3.197-1,-3.561 0.612 1,2.832 0.087 0,2.894 0.242-1,-1.641 0.517 2,-6.916 0.612-2,0.572 0.082 2,9.714-0.200-2,-8.862 0.400 2,9.602 0.679-2,-9.525 0.327 1,-0.063 0.643 1,8.732 2.725-1,-1.521 1.443 0,4.309 5.415 3,-13.538-2.831-3,1.981 5.467 2,-5.727 3.120 5,-4.678-0.997-8,-4.566 5.849 4,-7.646 4.787-2,-2.424-2.327-2,2.462-8.711 1,-1.240 0.448-1,-15.474 18.861-1,16.122-22.752 1,-10.936 12.358-1,9.628-12.088 3,-6.189 6.097-3,5.236-5.883 4,-13.415 13.002-3,12.191-12.636 0,-13.627 12.783-1,13.106-12.804 5,-13.402 12.442-3,13.379-12.865 1,0.053-0.248-1,-13.062 11.251 0,6.888-6.277-1,6.599-6.009 3,-11.597 9.866-1,12.475-10.828 2,-5.011 4.280-2,-3.906 3.101 4,1.848-1.991-5,2.206-1.387 2,-1.140 2.127 3,5.355-3.313 0,1.741 0.945 8,13.337-1.679-11,10.642-10.471 4,0.877-1.521-5,3.554-0.548-3,-0.296-0.158 1,-1.400 0.041 0,0.908-0.008 1,-3.168 0.163-1,10.972-0.251 0,-4.400 0.188 2,6.472-0.787-2,0.885-0.636 1,-16.389 1.063 0,5.902-0.517 1,17.148-2.725-1,-6.666-0.480 0,8.691-3.724 0,-15.071 2.268 2,-4.634 0.683 0,-4.290 0.897-2,1.929-1.696 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32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12468.704 7400.398 767,'11.373'3.421'0,"-0.761"5.413"-4,3.381 0.830 3,-2.146-3.382 1,-1.080-0.990-2,4.409-0.306 2,1.719-1.732-1,-5.461-1.711 1,7.291-0.086-2,-7.301-0.881 2,1.365-0.911-1,4.729-1.035 0,8.816-1.223-1,1.823-0.243 1,-11.641 1.292 0,-4.289 0.460 1,-0.250 0.087 0,-0.314 0.095-1,-0.357 0.099 1,3.092-0.094 0,-0.808 0.167-1,3.513 0.016 3,-1.769 0.238-2,-2.754 0.399 2,5.287 1.286-1,-5.891 3.578 2,-21.347 2.489 2,-3.938-1.445-4,0.729 3.619-2,2.548 2.197 0,2.170 2.009 0,0.754 1.715-1,2.103-0.071 2,-0.426 3.775-2,-0.063 4.168 1,2.038-5.777-1,0.696-2.688 2,-0.099 1.102-2,0.951-4.920 1,-2.723 19.840 0,0.617-4.992-3,0.876-5.546 5,-1.004 8.175-5,1.937-14.123 4,-2.551 15.424 0,2.370-14.667-2,-2.292 15.801 2,2.232-15.315-2,-1.360 8.418 1,-0.008 0.265 1,0.096 0.360 0,1.138-8.176 0,-2.797 17.146-1,2.711-16.686 1,-2.455 17.130-1,2.656-17.009 1,-0.978 8.469-2,-0.108 0.095 3,0.009-0.206-1,1.225-8.459 0,-2.052 16.794-1,0.331 0.018 2,0.544 0.386-1,1.151-8.885 0,0.904-8.474 0,-0.940 16.468 1,1.304-16.867-1,-0.624 15.377 0,0.948-16.039 0,-0.162 7.476-2,0.190-0.502 4,0.168-0.597-1,0.249-7.454-1,-0.065 14.270 2,0.230-14.646-1,0.024 6.727-1,-0.348-0.460 0,0.038-7.055 0,-0.095-0.163 2,-1.241 19.170-2,1.028-19.747-1,-0.789 11.841 2,0.768-12.521 0,-0.342 5.600 0,0.057-0.588-1,0.071-0.713 0,-0.666 9.639 1,0.348-11.261 1,-0.170-0.698-2,-0.095-0.720 1,-1.282 2.797-2,0.038-3.206 2,-0.135-1.090 1,-1.166 0.063-3,-2.659 0.287 2,-3.282-0.352 5,-3.724-3.488-4,-0.443-3.448-1,0.652-2.162-2,2.005-1.312 0,-5.307-0.599 0,-15.763-2.122-2,0.434-0.763 1,18.333 0.967 0,-8.610-1.028-1,6.985 0.595 4,-9.110-1.005-5,7.651 0.820 4,-9.884-0.922-4,8.583 0.916 3,-18.588-1.627-2,-11.461-0.810 1,6.104 0.690 1,7.496 0.735-1,7.651 0.694 1,7.047 0.606 0,6.046 0.500 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34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13216.704 8025.398 767,'4.265'11.436'0,"6.893"-7.056"-4,1.901-3.633 4,2.233-0.631-2,-0.853-0.152 1,3.779-0.801-2,-0.161-0.732 3,-5.591 0.381-2,10.326-0.945 0,-2.596 0.384 1,6.819-1.113-1,-15.701 1.568 1,12.466-1.491-2,-11.789 1.391 3,6.298-1.063-1,-6.030 0.721 0,12.615-1.991 1,0.097 0.021-1,-12.453 1.722-1,6.141-1.204 3,-0.389-0.080-1,9.988-3.292 0,-5.200 0.024 0,-2.533-0.485 1,7.138-4.300-2,-13.045 4.092 5,-4.031 1.250-2,1.142-2.191-1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34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13552.704 7644.398 767,'9.228'8.129'-3,"-6.019"3.610"2,-1.825 0.276-1,-0.721-0.516 2,-0.077 4.550-2,-0.238 4.418 0,-0.582-0.362 0,-0.416-6.417 2,-0.244 0.895-1,-2.547 18.055-3,2.028-20.983 3,-2.475 14.058 0,1.801-12.555-1,-3.185 15.031 0,1.018-6.646 2,-0.521 0.564-2,1.467-7.079 0,-2.231 8.495 1,1.711-7.599 1,-2.473 8.800-3,1.980-7.875 5,-5.235 18.015-5,-3.399 9.815 3,7.694-26.616-1,-2.926 9.146 0,2.723-9.174 0,-2.997 8.737 0,0.016-0.931 0,-6.382 17.164 0,1.835-6.818 0,2.281-7.382 3,2.344-7.047-2,2.166-6.206 2,1.863-5.138-2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35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14055.704 7888.398 767,'11.818'0.000'0,"-0.309"0.000"-4,1.928 0.000 3,0.590 0.000 0,-1.996 0.000 1,-0.793 0.000-2,3.822 0.000 1,1.141 0.000-1,4.721 0.000 1,-2.311 0.000-1,-7.084 0.000 2,0.258 0.000-1,8.408 0.000 0,-7.928 0.000 0,8.576 0.000 1,-1.277 1.104-1,-1.156 0.626 3,-1.361 0.503-3,-4.121 0.000-1,1.219 0.965 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35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14025.704 8117.398 767,'0.199'12.093'0,"4.596"-1.068"-4,8.211-10.994 4,3.129-3.914-1,-4.602 0.907-1,9.393-2.436 0,0.213 0.065-1,-1.121 0.966 1,6.398-0.375 1,2.031 0.771-1,2.035 0.924 1,-4.611 1.031-1,5.912 1.017 1,-5.131 1.753 0,-0.439 0.477 1,-11.049 0.127 2,-0.406 0.383-4,1.764 0.635 3,-0.846 0.174-3,4.271 1.165 5,-3.033-0.223-3,-3.188-0.398 0,5.430 1.788 3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36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15093.704 7506.398 767,'12.705'-5.355'-3,"3.572"0.458"1,-0.461 2.683-1,-2.449 1.167 3,6.654 0.123-2,-3.641 0.499 2,1.418 0.085-3,2.973 0.127 1,-4.002 0.100 0,-5.184 0.056 2,13.844 0.003-3,-12.424 0.039 2,14.801 0.024 1,-13.734 0.004-2,7.412 0.019-1,0.521 0.010 3,0.223 0.007-1,22.816 0.058-1,-30.197-0.069 3,21.174 0.051-3,-2.176-0.009 2,-14.738-0.035 0,-1.248-0.004 1,10.002-0.317-2,-5.430-0.520 5,-5.279-0.577-3,-4.715-0.560 2,-22.354-6.148 16,-1.523 7.101-20,-8.904-0.226-2,6.396 0.721 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36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15200.704 7506.398 767,'0.000'13.495'0,"-1.178"-0.238"-4,-2.008 4.236 3,1.215-2.909-2,-2.180 14.344 0,0.004-2.822 0,1.260-8.336 0,-0.133 1.579 3,0.820-5.762-2,-2.736 17.422-1,2.254-14.822 1,-3.289 19.929 0,2.947-17.464 0,-1.928 11.195 0,-0.195 1.894 0,-0.414 1.438 0,1.775-10.407 0,-4.584 26.099-1,4.141-23.876 1,-4.885 27.142 0,4.547-25.758 0,-2.604 13.909-1,-0.063 0.689 1,0.143 0.276 2,2.320-13.788-1,-4.693 27.508-3,4.857-27.773 4,-2.338 13.148-1,2.385-13.717 2,-4.107 25.167-1,4.340-26.416-1,-4.102 23.167 3,4.354-25.063-1,-1.662 9.997-1,0.023-1.857 3,0.170-1.871-3,0.279-1.858 1,1.914-10.098 1,-1.973 10.881 1,0.596-2.609 1,-0.770 6.448 2,2.236-14.958-3,-1.852 7.271 1,0.193-3.834-2,0.863-6.354 1,-0.461-2.477 10,-3.607-22.812-9,5.336-4.058-2,0.578-1.894-6,0.387 0.288 1,0.396 1.655 1,0.367 2.325 0,-0.168-4.896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37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15139.704 8208.398 767,'13.471'-4.413'-3,"0.672"-2.868"1,2.705-3.654 0,0.299-0.696 0,-7.096 5.240 2,3.811-2.098-2,5.512-2.778 1,4.285-1.110-1,3.645-0.982 1,-1.926 2.035-2,-9.037 4.495 1,0.537 0.211 1,0.373-0.057 0,0.258 0.132-1,0.137 0.277 2,0.037 0.384-1,-5.914 2.164 1,11.904-2.849-2,-11.914 3.516 3,11.643-2.112 0,-6.516 2.003-1,-0.971 0.841 0,8.430 0.454 2,-5.463 1.336-2,-3.621 0.809 0,-2.451 1.789 1,1.354 3.268 2,-6.484 5.279 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2-23T10:51:40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15978.704 7598.398 767,'10.850'7.754'0,"1.330"-1.918"-5,-0.855 0.923 4,-3.211 3.009 0,-4.895 3.238 3,-2.174 1.946-3,-0.516 1.494 0,0.510-2.265-1,0.574 6.933 0,-0.520-5.839 0,-0.352-4.262 0,0.375 7.635 1,0.326 9.765-2,-0.746-13.556 2,0.705 9.108-1,0.244 1.875-1,0.146 1.606 0,-0.568-8.559 2,1.270 21.479-2,-1.092-19.846 1,1.869 22.178 0,-1.592-21.205 1,0.881 11.278-1,-0.035 0.369 0,-0.885-10.956 1,1.094 11.504 0,0.143 0.224 0,0.033-0.326 2,-0.049-0.324-3,-0.115-0.341 4,-0.164-0.715-3,-0.947-11.188 1,1.260 19.895 0,-1.549-20.950-1,0.938 18.038 2,0.049 6.771 2,-1.529-27.650-3,0.203 7.169 3,-0.182-1.536 0,-0.164-1.609-4,-0.146-1.623 4,0.172 6.017 1,0.088-4.718-6,0.211-4.641 7,0.279-4.299-5,1.945 0.737 9,3.160-22.240-5,-3.238-1.765 3,2.557-8.934-8,2.178-6.669-4,0.117-0.112 2,-2.229 8.357 1,0.814-1.687 0,-1.982 6.098 0,5.832-17.556-1,-4.934 15.393 1,6.877-19.067 0,-5.902 17.389 0,4.021-10.183-1,0.738-0.902 2,0.283-0.754-1,-3.695 9.919 1,8.625-20.854-2,-8.076 20.633 3,8.443-20.229-3,-8.404 20.589 4,4.359-9.264-3,-0.209 0.937 1,-0.072 1.087 1,-4.330 9.576 2,7.875-15.042-3,-8.244 16.998 3,3.424-6.331-1,-0.461 1.562 1,5.365-9.823 0,-1.781 4.071 2,-1.641 3.944 2,-2.094 4.814-5,-1.635 4.038 2,-1.498 3.737 0,3.750-0.318 0,-0.418 13.943 1,-8.072 7.666-1,-1.746-0.069 1,-0.557 1.319-5,-0.146 11.162-2,-0.279 0.512 0,-0.074-7.642 2,-0.039 1.610-2,-1.584 25.429 0,0.965-28.407 0,-0.545 9.167 1,-0.100 1.230 0,-0.041 0.701 0,0.480-8.601 2,-0.900 19.634-3,0.957-18.651 2,-0.746 20.251-3,0.867-19.712 5,-0.129 0.063-2,-1.299 20.390-1,0.449-9.971 4,0.570-10.172-3,-1.176 19.836 0,1.385-20.147 1,-0.223 19.077 1,0.746-19.691 0,0.070 8.694-3,0.242-0.553 1,0.195-0.754 3,0.047-9.167 0,0.328 15.760-2,1.504 5.334 0,-0.504-16.595 4,1.438 11.235-4,-0.914-14.580 1,0.332-1.396 1,1.350 2.901 0,0.482-2.890 0,0.387-2.855 1,1.090-2.100-2,4.703 0.356 2,2.135-7.681 1,-1.504-8.283-1,1.227-5.951 0,-0.883-3.191-3,-3.936 2.838-2,0.557-1.761 0,10.176-16.938-1,-11.697 18.002 2,7.156-13.378-2,-6.607 11.435 2,4.002-7.852-2,0.533-1.487 1,0.512-1.407 0,-3.775 7.199 1,8.539-18.756-1,-8.313 17.017 1,8.912-19.885-2,-8.605 18.581 2,4.645-10.408-1,0.291-0.692 0,-0.135-0.536 1,-4.539 10.072 0,9.172-21.799-1,-9.084 21.198 3,-0.111 0.025-3,8.916-21.613 2,-4.566 10.910-1,-4.629 10.929 0,8.332-20.624 2,-8.596 21.059-1,7.729-19.671-1,-8.201 20.441 2,3.922-9.238 0,-0.357 0.490-1,-0.188 0.746 2,-3.975 9.697 0,7.031-17.358-3,-7.418 18.145 2,3.285-7.884 1,-0.426 0.876-1,-0.197 0.936-1,-3.391 8.064 0,6.027-13.807 4,-6.314 15.031-4,5.801-12.706 0,-6.039 13.831 2,2.385-5.828-1,-0.184 1.040 1,-0.355 0.891-2,-2.730 5.977 0,2.072-4.744 3,-0.248 0.792-2,2.488-5.645 0,-1.111 1.972 1,-1.863 3.640 0,-0.982 1.472-2,-0.236 1.683 0,0.871-1.104 1,1.721-3.816 10,-19.643 22.073-7,-2.668 8.336-6,2.307-2.794-1,1.605-1.776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.png"/><Relationship Id="rId7" Type="http://schemas.openxmlformats.org/officeDocument/2006/relationships/customXml" Target="../ink/ink4.xml"/><Relationship Id="rId6" Type="http://schemas.openxmlformats.org/officeDocument/2006/relationships/image" Target="../media/image3.png"/><Relationship Id="rId5" Type="http://schemas.openxmlformats.org/officeDocument/2006/relationships/customXml" Target="../ink/ink3.xml"/><Relationship Id="rId4" Type="http://schemas.openxmlformats.org/officeDocument/2006/relationships/image" Target="../media/image2.png"/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customXml" Target="../ink/ink9.xml"/><Relationship Id="rId4" Type="http://schemas.openxmlformats.org/officeDocument/2006/relationships/image" Target="../media/image8.png"/><Relationship Id="rId3" Type="http://schemas.openxmlformats.org/officeDocument/2006/relationships/customXml" Target="../ink/ink8.xml"/><Relationship Id="rId2" Type="http://schemas.openxmlformats.org/officeDocument/2006/relationships/image" Target="../media/image7.png"/><Relationship Id="rId1" Type="http://schemas.openxmlformats.org/officeDocument/2006/relationships/customXml" Target="../ink/ink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customXml" Target="../ink/ink14.xml"/><Relationship Id="rId8" Type="http://schemas.openxmlformats.org/officeDocument/2006/relationships/image" Target="../media/image12.png"/><Relationship Id="rId7" Type="http://schemas.openxmlformats.org/officeDocument/2006/relationships/customXml" Target="../ink/ink13.xml"/><Relationship Id="rId6" Type="http://schemas.openxmlformats.org/officeDocument/2006/relationships/image" Target="../media/image11.png"/><Relationship Id="rId5" Type="http://schemas.openxmlformats.org/officeDocument/2006/relationships/customXml" Target="../ink/ink12.xml"/><Relationship Id="rId4" Type="http://schemas.openxmlformats.org/officeDocument/2006/relationships/image" Target="../media/image10.png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24.png"/><Relationship Id="rId31" Type="http://schemas.openxmlformats.org/officeDocument/2006/relationships/customXml" Target="../ink/ink25.xml"/><Relationship Id="rId30" Type="http://schemas.openxmlformats.org/officeDocument/2006/relationships/image" Target="../media/image23.png"/><Relationship Id="rId3" Type="http://schemas.openxmlformats.org/officeDocument/2006/relationships/customXml" Target="../ink/ink11.xml"/><Relationship Id="rId29" Type="http://schemas.openxmlformats.org/officeDocument/2006/relationships/customXml" Target="../ink/ink24.xml"/><Relationship Id="rId28" Type="http://schemas.openxmlformats.org/officeDocument/2006/relationships/image" Target="../media/image22.png"/><Relationship Id="rId27" Type="http://schemas.openxmlformats.org/officeDocument/2006/relationships/customXml" Target="../ink/ink23.xml"/><Relationship Id="rId26" Type="http://schemas.openxmlformats.org/officeDocument/2006/relationships/image" Target="../media/image21.png"/><Relationship Id="rId25" Type="http://schemas.openxmlformats.org/officeDocument/2006/relationships/customXml" Target="../ink/ink22.xml"/><Relationship Id="rId24" Type="http://schemas.openxmlformats.org/officeDocument/2006/relationships/image" Target="../media/image20.png"/><Relationship Id="rId23" Type="http://schemas.openxmlformats.org/officeDocument/2006/relationships/customXml" Target="../ink/ink21.xml"/><Relationship Id="rId22" Type="http://schemas.openxmlformats.org/officeDocument/2006/relationships/image" Target="../media/image19.png"/><Relationship Id="rId21" Type="http://schemas.openxmlformats.org/officeDocument/2006/relationships/customXml" Target="../ink/ink20.xml"/><Relationship Id="rId20" Type="http://schemas.openxmlformats.org/officeDocument/2006/relationships/image" Target="../media/image18.png"/><Relationship Id="rId2" Type="http://schemas.openxmlformats.org/officeDocument/2006/relationships/image" Target="../media/image8.png"/><Relationship Id="rId19" Type="http://schemas.openxmlformats.org/officeDocument/2006/relationships/customXml" Target="../ink/ink19.xml"/><Relationship Id="rId18" Type="http://schemas.openxmlformats.org/officeDocument/2006/relationships/image" Target="../media/image17.png"/><Relationship Id="rId17" Type="http://schemas.openxmlformats.org/officeDocument/2006/relationships/customXml" Target="../ink/ink18.xml"/><Relationship Id="rId16" Type="http://schemas.openxmlformats.org/officeDocument/2006/relationships/image" Target="../media/image16.png"/><Relationship Id="rId15" Type="http://schemas.openxmlformats.org/officeDocument/2006/relationships/customXml" Target="../ink/ink17.xml"/><Relationship Id="rId14" Type="http://schemas.openxmlformats.org/officeDocument/2006/relationships/image" Target="../media/image15.png"/><Relationship Id="rId13" Type="http://schemas.openxmlformats.org/officeDocument/2006/relationships/customXml" Target="../ink/ink16.xml"/><Relationship Id="rId12" Type="http://schemas.openxmlformats.org/officeDocument/2006/relationships/image" Target="../media/image14.png"/><Relationship Id="rId11" Type="http://schemas.openxmlformats.org/officeDocument/2006/relationships/customXml" Target="../ink/ink15.xml"/><Relationship Id="rId10" Type="http://schemas.openxmlformats.org/officeDocument/2006/relationships/image" Target="../media/image13.png"/><Relationship Id="rId1" Type="http://schemas.openxmlformats.org/officeDocument/2006/relationships/customXml" Target="../ink/ink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customXml" Target="../ink/ink30.xml"/><Relationship Id="rId8" Type="http://schemas.openxmlformats.org/officeDocument/2006/relationships/image" Target="../media/image28.png"/><Relationship Id="rId7" Type="http://schemas.openxmlformats.org/officeDocument/2006/relationships/customXml" Target="../ink/ink29.xml"/><Relationship Id="rId6" Type="http://schemas.openxmlformats.org/officeDocument/2006/relationships/image" Target="../media/image27.png"/><Relationship Id="rId5" Type="http://schemas.openxmlformats.org/officeDocument/2006/relationships/customXml" Target="../ink/ink28.xml"/><Relationship Id="rId4" Type="http://schemas.openxmlformats.org/officeDocument/2006/relationships/image" Target="../media/image26.png"/><Relationship Id="rId31" Type="http://schemas.openxmlformats.org/officeDocument/2006/relationships/slideLayout" Target="../slideLayouts/slideLayout2.xml"/><Relationship Id="rId30" Type="http://schemas.openxmlformats.org/officeDocument/2006/relationships/image" Target="../media/image39.png"/><Relationship Id="rId3" Type="http://schemas.openxmlformats.org/officeDocument/2006/relationships/customXml" Target="../ink/ink27.xml"/><Relationship Id="rId29" Type="http://schemas.openxmlformats.org/officeDocument/2006/relationships/customXml" Target="../ink/ink40.xml"/><Relationship Id="rId28" Type="http://schemas.openxmlformats.org/officeDocument/2006/relationships/image" Target="../media/image38.png"/><Relationship Id="rId27" Type="http://schemas.openxmlformats.org/officeDocument/2006/relationships/customXml" Target="../ink/ink39.xml"/><Relationship Id="rId26" Type="http://schemas.openxmlformats.org/officeDocument/2006/relationships/image" Target="../media/image37.png"/><Relationship Id="rId25" Type="http://schemas.openxmlformats.org/officeDocument/2006/relationships/customXml" Target="../ink/ink38.xml"/><Relationship Id="rId24" Type="http://schemas.openxmlformats.org/officeDocument/2006/relationships/image" Target="../media/image36.png"/><Relationship Id="rId23" Type="http://schemas.openxmlformats.org/officeDocument/2006/relationships/customXml" Target="../ink/ink37.xml"/><Relationship Id="rId22" Type="http://schemas.openxmlformats.org/officeDocument/2006/relationships/image" Target="../media/image35.png"/><Relationship Id="rId21" Type="http://schemas.openxmlformats.org/officeDocument/2006/relationships/customXml" Target="../ink/ink36.xml"/><Relationship Id="rId20" Type="http://schemas.openxmlformats.org/officeDocument/2006/relationships/image" Target="../media/image34.png"/><Relationship Id="rId2" Type="http://schemas.openxmlformats.org/officeDocument/2006/relationships/image" Target="../media/image25.png"/><Relationship Id="rId19" Type="http://schemas.openxmlformats.org/officeDocument/2006/relationships/customXml" Target="../ink/ink35.xml"/><Relationship Id="rId18" Type="http://schemas.openxmlformats.org/officeDocument/2006/relationships/image" Target="../media/image33.png"/><Relationship Id="rId17" Type="http://schemas.openxmlformats.org/officeDocument/2006/relationships/customXml" Target="../ink/ink34.xml"/><Relationship Id="rId16" Type="http://schemas.openxmlformats.org/officeDocument/2006/relationships/image" Target="../media/image32.png"/><Relationship Id="rId15" Type="http://schemas.openxmlformats.org/officeDocument/2006/relationships/customXml" Target="../ink/ink33.xml"/><Relationship Id="rId14" Type="http://schemas.openxmlformats.org/officeDocument/2006/relationships/image" Target="../media/image31.png"/><Relationship Id="rId13" Type="http://schemas.openxmlformats.org/officeDocument/2006/relationships/customXml" Target="../ink/ink32.xml"/><Relationship Id="rId12" Type="http://schemas.openxmlformats.org/officeDocument/2006/relationships/image" Target="../media/image30.png"/><Relationship Id="rId11" Type="http://schemas.openxmlformats.org/officeDocument/2006/relationships/customXml" Target="../ink/ink31.xml"/><Relationship Id="rId10" Type="http://schemas.openxmlformats.org/officeDocument/2006/relationships/image" Target="../media/image29.png"/><Relationship Id="rId1" Type="http://schemas.openxmlformats.org/officeDocument/2006/relationships/customXml" Target="../ink/ink2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customXml" Target="../ink/ink45.xml"/><Relationship Id="rId8" Type="http://schemas.openxmlformats.org/officeDocument/2006/relationships/image" Target="../media/image42.png"/><Relationship Id="rId73" Type="http://schemas.openxmlformats.org/officeDocument/2006/relationships/slideLayout" Target="../slideLayouts/slideLayout2.xml"/><Relationship Id="rId72" Type="http://schemas.openxmlformats.org/officeDocument/2006/relationships/image" Target="../media/image74.png"/><Relationship Id="rId71" Type="http://schemas.openxmlformats.org/officeDocument/2006/relationships/customXml" Target="../ink/ink76.xml"/><Relationship Id="rId70" Type="http://schemas.openxmlformats.org/officeDocument/2006/relationships/image" Target="../media/image73.png"/><Relationship Id="rId7" Type="http://schemas.openxmlformats.org/officeDocument/2006/relationships/customXml" Target="../ink/ink44.xml"/><Relationship Id="rId69" Type="http://schemas.openxmlformats.org/officeDocument/2006/relationships/customXml" Target="../ink/ink75.xml"/><Relationship Id="rId68" Type="http://schemas.openxmlformats.org/officeDocument/2006/relationships/image" Target="../media/image72.png"/><Relationship Id="rId67" Type="http://schemas.openxmlformats.org/officeDocument/2006/relationships/customXml" Target="../ink/ink74.xml"/><Relationship Id="rId66" Type="http://schemas.openxmlformats.org/officeDocument/2006/relationships/image" Target="../media/image71.png"/><Relationship Id="rId65" Type="http://schemas.openxmlformats.org/officeDocument/2006/relationships/customXml" Target="../ink/ink73.xml"/><Relationship Id="rId64" Type="http://schemas.openxmlformats.org/officeDocument/2006/relationships/image" Target="../media/image70.png"/><Relationship Id="rId63" Type="http://schemas.openxmlformats.org/officeDocument/2006/relationships/customXml" Target="../ink/ink72.xml"/><Relationship Id="rId62" Type="http://schemas.openxmlformats.org/officeDocument/2006/relationships/image" Target="../media/image69.png"/><Relationship Id="rId61" Type="http://schemas.openxmlformats.org/officeDocument/2006/relationships/customXml" Target="../ink/ink71.xml"/><Relationship Id="rId60" Type="http://schemas.openxmlformats.org/officeDocument/2006/relationships/image" Target="../media/image68.png"/><Relationship Id="rId6" Type="http://schemas.openxmlformats.org/officeDocument/2006/relationships/image" Target="../media/image41.png"/><Relationship Id="rId59" Type="http://schemas.openxmlformats.org/officeDocument/2006/relationships/customXml" Target="../ink/ink70.xml"/><Relationship Id="rId58" Type="http://schemas.openxmlformats.org/officeDocument/2006/relationships/image" Target="../media/image67.png"/><Relationship Id="rId57" Type="http://schemas.openxmlformats.org/officeDocument/2006/relationships/customXml" Target="../ink/ink69.xml"/><Relationship Id="rId56" Type="http://schemas.openxmlformats.org/officeDocument/2006/relationships/image" Target="../media/image66.png"/><Relationship Id="rId55" Type="http://schemas.openxmlformats.org/officeDocument/2006/relationships/customXml" Target="../ink/ink68.xml"/><Relationship Id="rId54" Type="http://schemas.openxmlformats.org/officeDocument/2006/relationships/image" Target="../media/image65.png"/><Relationship Id="rId53" Type="http://schemas.openxmlformats.org/officeDocument/2006/relationships/customXml" Target="../ink/ink67.xml"/><Relationship Id="rId52" Type="http://schemas.openxmlformats.org/officeDocument/2006/relationships/image" Target="../media/image64.png"/><Relationship Id="rId51" Type="http://schemas.openxmlformats.org/officeDocument/2006/relationships/customXml" Target="../ink/ink66.xml"/><Relationship Id="rId50" Type="http://schemas.openxmlformats.org/officeDocument/2006/relationships/image" Target="../media/image63.png"/><Relationship Id="rId5" Type="http://schemas.openxmlformats.org/officeDocument/2006/relationships/customXml" Target="../ink/ink43.xml"/><Relationship Id="rId49" Type="http://schemas.openxmlformats.org/officeDocument/2006/relationships/customXml" Target="../ink/ink65.xml"/><Relationship Id="rId48" Type="http://schemas.openxmlformats.org/officeDocument/2006/relationships/image" Target="../media/image62.png"/><Relationship Id="rId47" Type="http://schemas.openxmlformats.org/officeDocument/2006/relationships/customXml" Target="../ink/ink64.xml"/><Relationship Id="rId46" Type="http://schemas.openxmlformats.org/officeDocument/2006/relationships/image" Target="../media/image61.png"/><Relationship Id="rId45" Type="http://schemas.openxmlformats.org/officeDocument/2006/relationships/customXml" Target="../ink/ink63.xml"/><Relationship Id="rId44" Type="http://schemas.openxmlformats.org/officeDocument/2006/relationships/image" Target="../media/image60.png"/><Relationship Id="rId43" Type="http://schemas.openxmlformats.org/officeDocument/2006/relationships/customXml" Target="../ink/ink62.xml"/><Relationship Id="rId42" Type="http://schemas.openxmlformats.org/officeDocument/2006/relationships/image" Target="../media/image59.png"/><Relationship Id="rId41" Type="http://schemas.openxmlformats.org/officeDocument/2006/relationships/customXml" Target="../ink/ink61.xml"/><Relationship Id="rId40" Type="http://schemas.openxmlformats.org/officeDocument/2006/relationships/image" Target="../media/image58.png"/><Relationship Id="rId4" Type="http://schemas.openxmlformats.org/officeDocument/2006/relationships/image" Target="../media/image40.png"/><Relationship Id="rId39" Type="http://schemas.openxmlformats.org/officeDocument/2006/relationships/customXml" Target="../ink/ink60.xml"/><Relationship Id="rId38" Type="http://schemas.openxmlformats.org/officeDocument/2006/relationships/image" Target="../media/image57.png"/><Relationship Id="rId37" Type="http://schemas.openxmlformats.org/officeDocument/2006/relationships/customXml" Target="../ink/ink59.xml"/><Relationship Id="rId36" Type="http://schemas.openxmlformats.org/officeDocument/2006/relationships/image" Target="../media/image56.png"/><Relationship Id="rId35" Type="http://schemas.openxmlformats.org/officeDocument/2006/relationships/customXml" Target="../ink/ink58.xml"/><Relationship Id="rId34" Type="http://schemas.openxmlformats.org/officeDocument/2006/relationships/image" Target="../media/image55.png"/><Relationship Id="rId33" Type="http://schemas.openxmlformats.org/officeDocument/2006/relationships/customXml" Target="../ink/ink57.xml"/><Relationship Id="rId32" Type="http://schemas.openxmlformats.org/officeDocument/2006/relationships/image" Target="../media/image54.png"/><Relationship Id="rId31" Type="http://schemas.openxmlformats.org/officeDocument/2006/relationships/customXml" Target="../ink/ink56.xml"/><Relationship Id="rId30" Type="http://schemas.openxmlformats.org/officeDocument/2006/relationships/image" Target="../media/image53.png"/><Relationship Id="rId3" Type="http://schemas.openxmlformats.org/officeDocument/2006/relationships/customXml" Target="../ink/ink42.xml"/><Relationship Id="rId29" Type="http://schemas.openxmlformats.org/officeDocument/2006/relationships/customXml" Target="../ink/ink55.xml"/><Relationship Id="rId28" Type="http://schemas.openxmlformats.org/officeDocument/2006/relationships/image" Target="../media/image52.png"/><Relationship Id="rId27" Type="http://schemas.openxmlformats.org/officeDocument/2006/relationships/customXml" Target="../ink/ink54.xml"/><Relationship Id="rId26" Type="http://schemas.openxmlformats.org/officeDocument/2006/relationships/image" Target="../media/image51.png"/><Relationship Id="rId25" Type="http://schemas.openxmlformats.org/officeDocument/2006/relationships/customXml" Target="../ink/ink53.xml"/><Relationship Id="rId24" Type="http://schemas.openxmlformats.org/officeDocument/2006/relationships/image" Target="../media/image50.png"/><Relationship Id="rId23" Type="http://schemas.openxmlformats.org/officeDocument/2006/relationships/customXml" Target="../ink/ink52.xml"/><Relationship Id="rId22" Type="http://schemas.openxmlformats.org/officeDocument/2006/relationships/image" Target="../media/image49.png"/><Relationship Id="rId21" Type="http://schemas.openxmlformats.org/officeDocument/2006/relationships/customXml" Target="../ink/ink51.xml"/><Relationship Id="rId20" Type="http://schemas.openxmlformats.org/officeDocument/2006/relationships/image" Target="../media/image48.png"/><Relationship Id="rId2" Type="http://schemas.openxmlformats.org/officeDocument/2006/relationships/image" Target="../media/image25.png"/><Relationship Id="rId19" Type="http://schemas.openxmlformats.org/officeDocument/2006/relationships/customXml" Target="../ink/ink50.xml"/><Relationship Id="rId18" Type="http://schemas.openxmlformats.org/officeDocument/2006/relationships/image" Target="../media/image47.png"/><Relationship Id="rId17" Type="http://schemas.openxmlformats.org/officeDocument/2006/relationships/customXml" Target="../ink/ink49.xml"/><Relationship Id="rId16" Type="http://schemas.openxmlformats.org/officeDocument/2006/relationships/image" Target="../media/image46.png"/><Relationship Id="rId15" Type="http://schemas.openxmlformats.org/officeDocument/2006/relationships/customXml" Target="../ink/ink48.xml"/><Relationship Id="rId14" Type="http://schemas.openxmlformats.org/officeDocument/2006/relationships/image" Target="../media/image45.png"/><Relationship Id="rId13" Type="http://schemas.openxmlformats.org/officeDocument/2006/relationships/customXml" Target="../ink/ink47.xml"/><Relationship Id="rId12" Type="http://schemas.openxmlformats.org/officeDocument/2006/relationships/image" Target="../media/image44.png"/><Relationship Id="rId11" Type="http://schemas.openxmlformats.org/officeDocument/2006/relationships/customXml" Target="../ink/ink46.xml"/><Relationship Id="rId10" Type="http://schemas.openxmlformats.org/officeDocument/2006/relationships/image" Target="../media/image43.png"/><Relationship Id="rId1" Type="http://schemas.openxmlformats.org/officeDocument/2006/relationships/customXml" Target="../ink/ink4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5.png"/><Relationship Id="rId2" Type="http://schemas.openxmlformats.org/officeDocument/2006/relationships/customXml" Target="../ink/ink77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9.png"/><Relationship Id="rId8" Type="http://schemas.openxmlformats.org/officeDocument/2006/relationships/customXml" Target="../ink/ink81.xml"/><Relationship Id="rId7" Type="http://schemas.openxmlformats.org/officeDocument/2006/relationships/image" Target="../media/image78.png"/><Relationship Id="rId6" Type="http://schemas.openxmlformats.org/officeDocument/2006/relationships/customXml" Target="../ink/ink80.xml"/><Relationship Id="rId5" Type="http://schemas.openxmlformats.org/officeDocument/2006/relationships/image" Target="../media/image77.png"/><Relationship Id="rId4" Type="http://schemas.openxmlformats.org/officeDocument/2006/relationships/customXml" Target="../ink/ink79.xml"/><Relationship Id="rId3" Type="http://schemas.openxmlformats.org/officeDocument/2006/relationships/image" Target="../media/image76.png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87.png"/><Relationship Id="rId24" Type="http://schemas.openxmlformats.org/officeDocument/2006/relationships/customXml" Target="../ink/ink89.xml"/><Relationship Id="rId23" Type="http://schemas.openxmlformats.org/officeDocument/2006/relationships/image" Target="../media/image86.png"/><Relationship Id="rId22" Type="http://schemas.openxmlformats.org/officeDocument/2006/relationships/customXml" Target="../ink/ink88.xml"/><Relationship Id="rId21" Type="http://schemas.openxmlformats.org/officeDocument/2006/relationships/image" Target="../media/image85.png"/><Relationship Id="rId20" Type="http://schemas.openxmlformats.org/officeDocument/2006/relationships/customXml" Target="../ink/ink87.xml"/><Relationship Id="rId2" Type="http://schemas.openxmlformats.org/officeDocument/2006/relationships/customXml" Target="../ink/ink78.xml"/><Relationship Id="rId19" Type="http://schemas.openxmlformats.org/officeDocument/2006/relationships/image" Target="../media/image84.png"/><Relationship Id="rId18" Type="http://schemas.openxmlformats.org/officeDocument/2006/relationships/customXml" Target="../ink/ink86.xml"/><Relationship Id="rId17" Type="http://schemas.openxmlformats.org/officeDocument/2006/relationships/image" Target="../media/image83.png"/><Relationship Id="rId16" Type="http://schemas.openxmlformats.org/officeDocument/2006/relationships/customXml" Target="../ink/ink85.xml"/><Relationship Id="rId15" Type="http://schemas.openxmlformats.org/officeDocument/2006/relationships/image" Target="../media/image82.png"/><Relationship Id="rId14" Type="http://schemas.openxmlformats.org/officeDocument/2006/relationships/customXml" Target="../ink/ink84.xml"/><Relationship Id="rId13" Type="http://schemas.openxmlformats.org/officeDocument/2006/relationships/image" Target="../media/image81.png"/><Relationship Id="rId12" Type="http://schemas.openxmlformats.org/officeDocument/2006/relationships/customXml" Target="../ink/ink83.xml"/><Relationship Id="rId11" Type="http://schemas.openxmlformats.org/officeDocument/2006/relationships/image" Target="../media/image80.png"/><Relationship Id="rId10" Type="http://schemas.openxmlformats.org/officeDocument/2006/relationships/customXml" Target="../ink/ink8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customXml" Target="../ink/ink92.xml"/><Relationship Id="rId4" Type="http://schemas.openxmlformats.org/officeDocument/2006/relationships/image" Target="../media/image8.png"/><Relationship Id="rId3" Type="http://schemas.openxmlformats.org/officeDocument/2006/relationships/customXml" Target="../ink/ink91.xml"/><Relationship Id="rId2" Type="http://schemas.openxmlformats.org/officeDocument/2006/relationships/image" Target="../media/image7.png"/><Relationship Id="rId1" Type="http://schemas.openxmlformats.org/officeDocument/2006/relationships/customXml" Target="../ink/ink90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png"/><Relationship Id="rId8" Type="http://schemas.openxmlformats.org/officeDocument/2006/relationships/customXml" Target="../ink/ink97.xml"/><Relationship Id="rId7" Type="http://schemas.openxmlformats.org/officeDocument/2006/relationships/image" Target="../media/image88.png"/><Relationship Id="rId6" Type="http://schemas.openxmlformats.org/officeDocument/2006/relationships/customXml" Target="../ink/ink96.xml"/><Relationship Id="rId5" Type="http://schemas.openxmlformats.org/officeDocument/2006/relationships/customXml" Target="../ink/ink95.xml"/><Relationship Id="rId4" Type="http://schemas.openxmlformats.org/officeDocument/2006/relationships/image" Target="../media/image8.png"/><Relationship Id="rId3" Type="http://schemas.openxmlformats.org/officeDocument/2006/relationships/customXml" Target="../ink/ink94.xml"/><Relationship Id="rId2" Type="http://schemas.openxmlformats.org/officeDocument/2006/relationships/image" Target="../media/image7.png"/><Relationship Id="rId10" Type="http://schemas.openxmlformats.org/officeDocument/2006/relationships/slideLayout" Target="../slideLayouts/slideLayout1.xml"/><Relationship Id="rId1" Type="http://schemas.openxmlformats.org/officeDocument/2006/relationships/customXml" Target="../ink/ink9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1.png"/><Relationship Id="rId8" Type="http://schemas.openxmlformats.org/officeDocument/2006/relationships/customXml" Target="../ink/ink102.xml"/><Relationship Id="rId7" Type="http://schemas.openxmlformats.org/officeDocument/2006/relationships/image" Target="../media/image90.png"/><Relationship Id="rId6" Type="http://schemas.openxmlformats.org/officeDocument/2006/relationships/customXml" Target="../ink/ink101.xml"/><Relationship Id="rId5" Type="http://schemas.openxmlformats.org/officeDocument/2006/relationships/customXml" Target="../ink/ink100.xml"/><Relationship Id="rId4" Type="http://schemas.openxmlformats.org/officeDocument/2006/relationships/image" Target="../media/image8.png"/><Relationship Id="rId3" Type="http://schemas.openxmlformats.org/officeDocument/2006/relationships/customXml" Target="../ink/ink99.xml"/><Relationship Id="rId2" Type="http://schemas.openxmlformats.org/officeDocument/2006/relationships/image" Target="../media/image7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92.png"/><Relationship Id="rId10" Type="http://schemas.openxmlformats.org/officeDocument/2006/relationships/customXml" Target="../ink/ink103.xml"/><Relationship Id="rId1" Type="http://schemas.openxmlformats.org/officeDocument/2006/relationships/customXml" Target="../ink/ink98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1.png"/><Relationship Id="rId8" Type="http://schemas.openxmlformats.org/officeDocument/2006/relationships/customXml" Target="../ink/ink108.xml"/><Relationship Id="rId7" Type="http://schemas.openxmlformats.org/officeDocument/2006/relationships/image" Target="../media/image90.png"/><Relationship Id="rId6" Type="http://schemas.openxmlformats.org/officeDocument/2006/relationships/customXml" Target="../ink/ink107.xml"/><Relationship Id="rId5" Type="http://schemas.openxmlformats.org/officeDocument/2006/relationships/customXml" Target="../ink/ink106.xml"/><Relationship Id="rId4" Type="http://schemas.openxmlformats.org/officeDocument/2006/relationships/image" Target="../media/image8.png"/><Relationship Id="rId3" Type="http://schemas.openxmlformats.org/officeDocument/2006/relationships/customXml" Target="../ink/ink105.xml"/><Relationship Id="rId2" Type="http://schemas.openxmlformats.org/officeDocument/2006/relationships/image" Target="../media/image7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92.png"/><Relationship Id="rId10" Type="http://schemas.openxmlformats.org/officeDocument/2006/relationships/customXml" Target="../ink/ink109.xml"/><Relationship Id="rId1" Type="http://schemas.openxmlformats.org/officeDocument/2006/relationships/customXml" Target="../ink/ink10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image" Target="../media/image9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customXml" Target="../ink/ink114.xml"/><Relationship Id="rId8" Type="http://schemas.openxmlformats.org/officeDocument/2006/relationships/image" Target="../media/image99.png"/><Relationship Id="rId7" Type="http://schemas.openxmlformats.org/officeDocument/2006/relationships/customXml" Target="../ink/ink113.xml"/><Relationship Id="rId6" Type="http://schemas.openxmlformats.org/officeDocument/2006/relationships/image" Target="../media/image98.png"/><Relationship Id="rId5" Type="http://schemas.openxmlformats.org/officeDocument/2006/relationships/customXml" Target="../ink/ink112.xml"/><Relationship Id="rId4" Type="http://schemas.openxmlformats.org/officeDocument/2006/relationships/image" Target="../media/image97.png"/><Relationship Id="rId3" Type="http://schemas.openxmlformats.org/officeDocument/2006/relationships/customXml" Target="../ink/ink111.xml"/><Relationship Id="rId25" Type="http://schemas.openxmlformats.org/officeDocument/2006/relationships/slideLayout" Target="../slideLayouts/slideLayout1.xml"/><Relationship Id="rId24" Type="http://schemas.openxmlformats.org/officeDocument/2006/relationships/image" Target="../media/image107.png"/><Relationship Id="rId23" Type="http://schemas.openxmlformats.org/officeDocument/2006/relationships/customXml" Target="../ink/ink121.xml"/><Relationship Id="rId22" Type="http://schemas.openxmlformats.org/officeDocument/2006/relationships/image" Target="../media/image106.png"/><Relationship Id="rId21" Type="http://schemas.openxmlformats.org/officeDocument/2006/relationships/customXml" Target="../ink/ink120.xml"/><Relationship Id="rId20" Type="http://schemas.openxmlformats.org/officeDocument/2006/relationships/image" Target="../media/image105.png"/><Relationship Id="rId2" Type="http://schemas.openxmlformats.org/officeDocument/2006/relationships/image" Target="../media/image96.png"/><Relationship Id="rId19" Type="http://schemas.openxmlformats.org/officeDocument/2006/relationships/customXml" Target="../ink/ink119.xml"/><Relationship Id="rId18" Type="http://schemas.openxmlformats.org/officeDocument/2006/relationships/image" Target="../media/image104.png"/><Relationship Id="rId17" Type="http://schemas.openxmlformats.org/officeDocument/2006/relationships/customXml" Target="../ink/ink118.xml"/><Relationship Id="rId16" Type="http://schemas.openxmlformats.org/officeDocument/2006/relationships/image" Target="../media/image103.png"/><Relationship Id="rId15" Type="http://schemas.openxmlformats.org/officeDocument/2006/relationships/customXml" Target="../ink/ink117.xml"/><Relationship Id="rId14" Type="http://schemas.openxmlformats.org/officeDocument/2006/relationships/image" Target="../media/image102.png"/><Relationship Id="rId13" Type="http://schemas.openxmlformats.org/officeDocument/2006/relationships/customXml" Target="../ink/ink116.xml"/><Relationship Id="rId12" Type="http://schemas.openxmlformats.org/officeDocument/2006/relationships/image" Target="../media/image101.png"/><Relationship Id="rId11" Type="http://schemas.openxmlformats.org/officeDocument/2006/relationships/customXml" Target="../ink/ink115.xml"/><Relationship Id="rId10" Type="http://schemas.openxmlformats.org/officeDocument/2006/relationships/image" Target="../media/image100.png"/><Relationship Id="rId1" Type="http://schemas.openxmlformats.org/officeDocument/2006/relationships/customXml" Target="../ink/ink110.xml"/></Relationships>
</file>

<file path=ppt/slides/_rels/slide28.xml.rels><?xml version="1.0" encoding="UTF-8" standalone="yes"?>
<Relationships xmlns="http://schemas.openxmlformats.org/package/2006/relationships"><Relationship Id="rId91" Type="http://schemas.openxmlformats.org/officeDocument/2006/relationships/slideLayout" Target="../slideLayouts/slideLayout1.xml"/><Relationship Id="rId90" Type="http://schemas.openxmlformats.org/officeDocument/2006/relationships/image" Target="../media/image140.png"/><Relationship Id="rId9" Type="http://schemas.openxmlformats.org/officeDocument/2006/relationships/customXml" Target="../ink/ink126.xml"/><Relationship Id="rId89" Type="http://schemas.openxmlformats.org/officeDocument/2006/relationships/customXml" Target="../ink/ink166.xml"/><Relationship Id="rId88" Type="http://schemas.openxmlformats.org/officeDocument/2006/relationships/image" Target="../media/image139.png"/><Relationship Id="rId87" Type="http://schemas.openxmlformats.org/officeDocument/2006/relationships/customXml" Target="../ink/ink165.xml"/><Relationship Id="rId86" Type="http://schemas.openxmlformats.org/officeDocument/2006/relationships/image" Target="../media/image138.png"/><Relationship Id="rId85" Type="http://schemas.openxmlformats.org/officeDocument/2006/relationships/customXml" Target="../ink/ink164.xml"/><Relationship Id="rId84" Type="http://schemas.openxmlformats.org/officeDocument/2006/relationships/image" Target="../media/image137.png"/><Relationship Id="rId83" Type="http://schemas.openxmlformats.org/officeDocument/2006/relationships/customXml" Target="../ink/ink163.xml"/><Relationship Id="rId82" Type="http://schemas.openxmlformats.org/officeDocument/2006/relationships/image" Target="../media/image136.png"/><Relationship Id="rId81" Type="http://schemas.openxmlformats.org/officeDocument/2006/relationships/customXml" Target="../ink/ink162.xml"/><Relationship Id="rId80" Type="http://schemas.openxmlformats.org/officeDocument/2006/relationships/image" Target="../media/image135.png"/><Relationship Id="rId8" Type="http://schemas.openxmlformats.org/officeDocument/2006/relationships/image" Target="../media/image99.png"/><Relationship Id="rId79" Type="http://schemas.openxmlformats.org/officeDocument/2006/relationships/customXml" Target="../ink/ink161.xml"/><Relationship Id="rId78" Type="http://schemas.openxmlformats.org/officeDocument/2006/relationships/image" Target="../media/image134.png"/><Relationship Id="rId77" Type="http://schemas.openxmlformats.org/officeDocument/2006/relationships/customXml" Target="../ink/ink160.xml"/><Relationship Id="rId76" Type="http://schemas.openxmlformats.org/officeDocument/2006/relationships/image" Target="../media/image133.png"/><Relationship Id="rId75" Type="http://schemas.openxmlformats.org/officeDocument/2006/relationships/customXml" Target="../ink/ink159.xml"/><Relationship Id="rId74" Type="http://schemas.openxmlformats.org/officeDocument/2006/relationships/image" Target="../media/image132.png"/><Relationship Id="rId73" Type="http://schemas.openxmlformats.org/officeDocument/2006/relationships/customXml" Target="../ink/ink158.xml"/><Relationship Id="rId72" Type="http://schemas.openxmlformats.org/officeDocument/2006/relationships/image" Target="../media/image131.png"/><Relationship Id="rId71" Type="http://schemas.openxmlformats.org/officeDocument/2006/relationships/customXml" Target="../ink/ink157.xml"/><Relationship Id="rId70" Type="http://schemas.openxmlformats.org/officeDocument/2006/relationships/image" Target="../media/image130.png"/><Relationship Id="rId7" Type="http://schemas.openxmlformats.org/officeDocument/2006/relationships/customXml" Target="../ink/ink125.xml"/><Relationship Id="rId69" Type="http://schemas.openxmlformats.org/officeDocument/2006/relationships/customXml" Target="../ink/ink156.xml"/><Relationship Id="rId68" Type="http://schemas.openxmlformats.org/officeDocument/2006/relationships/image" Target="../media/image129.png"/><Relationship Id="rId67" Type="http://schemas.openxmlformats.org/officeDocument/2006/relationships/customXml" Target="../ink/ink155.xml"/><Relationship Id="rId66" Type="http://schemas.openxmlformats.org/officeDocument/2006/relationships/image" Target="../media/image128.png"/><Relationship Id="rId65" Type="http://schemas.openxmlformats.org/officeDocument/2006/relationships/customXml" Target="../ink/ink154.xml"/><Relationship Id="rId64" Type="http://schemas.openxmlformats.org/officeDocument/2006/relationships/image" Target="../media/image127.png"/><Relationship Id="rId63" Type="http://schemas.openxmlformats.org/officeDocument/2006/relationships/customXml" Target="../ink/ink153.xml"/><Relationship Id="rId62" Type="http://schemas.openxmlformats.org/officeDocument/2006/relationships/image" Target="../media/image126.png"/><Relationship Id="rId61" Type="http://schemas.openxmlformats.org/officeDocument/2006/relationships/customXml" Target="../ink/ink152.xml"/><Relationship Id="rId60" Type="http://schemas.openxmlformats.org/officeDocument/2006/relationships/image" Target="../media/image125.png"/><Relationship Id="rId6" Type="http://schemas.openxmlformats.org/officeDocument/2006/relationships/image" Target="../media/image98.png"/><Relationship Id="rId59" Type="http://schemas.openxmlformats.org/officeDocument/2006/relationships/customXml" Target="../ink/ink151.xml"/><Relationship Id="rId58" Type="http://schemas.openxmlformats.org/officeDocument/2006/relationships/image" Target="../media/image124.png"/><Relationship Id="rId57" Type="http://schemas.openxmlformats.org/officeDocument/2006/relationships/customXml" Target="../ink/ink150.xml"/><Relationship Id="rId56" Type="http://schemas.openxmlformats.org/officeDocument/2006/relationships/image" Target="../media/image123.png"/><Relationship Id="rId55" Type="http://schemas.openxmlformats.org/officeDocument/2006/relationships/customXml" Target="../ink/ink149.xml"/><Relationship Id="rId54" Type="http://schemas.openxmlformats.org/officeDocument/2006/relationships/image" Target="../media/image122.png"/><Relationship Id="rId53" Type="http://schemas.openxmlformats.org/officeDocument/2006/relationships/customXml" Target="../ink/ink148.xml"/><Relationship Id="rId52" Type="http://schemas.openxmlformats.org/officeDocument/2006/relationships/image" Target="../media/image121.png"/><Relationship Id="rId51" Type="http://schemas.openxmlformats.org/officeDocument/2006/relationships/customXml" Target="../ink/ink147.xml"/><Relationship Id="rId50" Type="http://schemas.openxmlformats.org/officeDocument/2006/relationships/image" Target="../media/image120.png"/><Relationship Id="rId5" Type="http://schemas.openxmlformats.org/officeDocument/2006/relationships/customXml" Target="../ink/ink124.xml"/><Relationship Id="rId49" Type="http://schemas.openxmlformats.org/officeDocument/2006/relationships/customXml" Target="../ink/ink146.xml"/><Relationship Id="rId48" Type="http://schemas.openxmlformats.org/officeDocument/2006/relationships/image" Target="../media/image119.png"/><Relationship Id="rId47" Type="http://schemas.openxmlformats.org/officeDocument/2006/relationships/customXml" Target="../ink/ink145.xml"/><Relationship Id="rId46" Type="http://schemas.openxmlformats.org/officeDocument/2006/relationships/image" Target="../media/image118.png"/><Relationship Id="rId45" Type="http://schemas.openxmlformats.org/officeDocument/2006/relationships/customXml" Target="../ink/ink144.xml"/><Relationship Id="rId44" Type="http://schemas.openxmlformats.org/officeDocument/2006/relationships/image" Target="../media/image117.png"/><Relationship Id="rId43" Type="http://schemas.openxmlformats.org/officeDocument/2006/relationships/customXml" Target="../ink/ink143.xml"/><Relationship Id="rId42" Type="http://schemas.openxmlformats.org/officeDocument/2006/relationships/image" Target="../media/image116.png"/><Relationship Id="rId41" Type="http://schemas.openxmlformats.org/officeDocument/2006/relationships/customXml" Target="../ink/ink142.xml"/><Relationship Id="rId40" Type="http://schemas.openxmlformats.org/officeDocument/2006/relationships/image" Target="../media/image115.png"/><Relationship Id="rId4" Type="http://schemas.openxmlformats.org/officeDocument/2006/relationships/image" Target="../media/image97.png"/><Relationship Id="rId39" Type="http://schemas.openxmlformats.org/officeDocument/2006/relationships/customXml" Target="../ink/ink141.xml"/><Relationship Id="rId38" Type="http://schemas.openxmlformats.org/officeDocument/2006/relationships/image" Target="../media/image114.png"/><Relationship Id="rId37" Type="http://schemas.openxmlformats.org/officeDocument/2006/relationships/customXml" Target="../ink/ink140.xml"/><Relationship Id="rId36" Type="http://schemas.openxmlformats.org/officeDocument/2006/relationships/image" Target="../media/image113.png"/><Relationship Id="rId35" Type="http://schemas.openxmlformats.org/officeDocument/2006/relationships/customXml" Target="../ink/ink139.xml"/><Relationship Id="rId34" Type="http://schemas.openxmlformats.org/officeDocument/2006/relationships/image" Target="../media/image112.png"/><Relationship Id="rId33" Type="http://schemas.openxmlformats.org/officeDocument/2006/relationships/customXml" Target="../ink/ink138.xml"/><Relationship Id="rId32" Type="http://schemas.openxmlformats.org/officeDocument/2006/relationships/image" Target="../media/image111.png"/><Relationship Id="rId31" Type="http://schemas.openxmlformats.org/officeDocument/2006/relationships/customXml" Target="../ink/ink137.xml"/><Relationship Id="rId30" Type="http://schemas.openxmlformats.org/officeDocument/2006/relationships/image" Target="../media/image110.png"/><Relationship Id="rId3" Type="http://schemas.openxmlformats.org/officeDocument/2006/relationships/customXml" Target="../ink/ink123.xml"/><Relationship Id="rId29" Type="http://schemas.openxmlformats.org/officeDocument/2006/relationships/customXml" Target="../ink/ink136.xml"/><Relationship Id="rId28" Type="http://schemas.openxmlformats.org/officeDocument/2006/relationships/image" Target="../media/image109.png"/><Relationship Id="rId27" Type="http://schemas.openxmlformats.org/officeDocument/2006/relationships/customXml" Target="../ink/ink135.xml"/><Relationship Id="rId26" Type="http://schemas.openxmlformats.org/officeDocument/2006/relationships/image" Target="../media/image108.png"/><Relationship Id="rId25" Type="http://schemas.openxmlformats.org/officeDocument/2006/relationships/customXml" Target="../ink/ink134.xml"/><Relationship Id="rId24" Type="http://schemas.openxmlformats.org/officeDocument/2006/relationships/image" Target="../media/image107.png"/><Relationship Id="rId23" Type="http://schemas.openxmlformats.org/officeDocument/2006/relationships/customXml" Target="../ink/ink133.xml"/><Relationship Id="rId22" Type="http://schemas.openxmlformats.org/officeDocument/2006/relationships/image" Target="../media/image106.png"/><Relationship Id="rId21" Type="http://schemas.openxmlformats.org/officeDocument/2006/relationships/customXml" Target="../ink/ink132.xml"/><Relationship Id="rId20" Type="http://schemas.openxmlformats.org/officeDocument/2006/relationships/image" Target="../media/image105.png"/><Relationship Id="rId2" Type="http://schemas.openxmlformats.org/officeDocument/2006/relationships/image" Target="../media/image96.png"/><Relationship Id="rId19" Type="http://schemas.openxmlformats.org/officeDocument/2006/relationships/customXml" Target="../ink/ink131.xml"/><Relationship Id="rId18" Type="http://schemas.openxmlformats.org/officeDocument/2006/relationships/image" Target="../media/image104.png"/><Relationship Id="rId17" Type="http://schemas.openxmlformats.org/officeDocument/2006/relationships/customXml" Target="../ink/ink130.xml"/><Relationship Id="rId16" Type="http://schemas.openxmlformats.org/officeDocument/2006/relationships/image" Target="../media/image103.png"/><Relationship Id="rId15" Type="http://schemas.openxmlformats.org/officeDocument/2006/relationships/customXml" Target="../ink/ink129.xml"/><Relationship Id="rId14" Type="http://schemas.openxmlformats.org/officeDocument/2006/relationships/image" Target="../media/image102.png"/><Relationship Id="rId13" Type="http://schemas.openxmlformats.org/officeDocument/2006/relationships/customXml" Target="../ink/ink128.xml"/><Relationship Id="rId12" Type="http://schemas.openxmlformats.org/officeDocument/2006/relationships/image" Target="../media/image101.png"/><Relationship Id="rId11" Type="http://schemas.openxmlformats.org/officeDocument/2006/relationships/customXml" Target="../ink/ink127.xml"/><Relationship Id="rId10" Type="http://schemas.openxmlformats.org/officeDocument/2006/relationships/image" Target="../media/image100.png"/><Relationship Id="rId1" Type="http://schemas.openxmlformats.org/officeDocument/2006/relationships/customXml" Target="../ink/ink12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STA321</a:t>
            </a:r>
            <a:endParaRPr lang="en-US" altLang="zh-CN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>
                <a:solidFill>
                  <a:schemeClr val="bg1"/>
                </a:solidFill>
              </a:rPr>
              <a:t>Zhang Hanqi</a:t>
            </a:r>
            <a:endParaRPr lang="en-US" altLang="zh-CN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>
              <a:off x="5746750" y="1771650"/>
              <a:ext cx="40005" cy="33845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>
                <a:off x="5746750" y="1771650"/>
                <a:ext cx="40005" cy="3384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5" name="墨迹 4"/>
              <p14:cNvContentPartPr/>
              <p14:nvPr/>
            </p14:nvContentPartPr>
            <p14:xfrm>
              <a:off x="5683885" y="1405890"/>
              <a:ext cx="546735" cy="42291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4"/>
            </p:blipFill>
            <p:spPr>
              <a:xfrm>
                <a:off x="5683885" y="1405890"/>
                <a:ext cx="546735" cy="422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6" name="墨迹 5"/>
              <p14:cNvContentPartPr/>
              <p14:nvPr/>
            </p14:nvContentPartPr>
            <p14:xfrm>
              <a:off x="4756785" y="1381125"/>
              <a:ext cx="413385" cy="78740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6"/>
            </p:blipFill>
            <p:spPr>
              <a:xfrm>
                <a:off x="4756785" y="1381125"/>
                <a:ext cx="413385" cy="787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7" name="墨迹 6"/>
              <p14:cNvContentPartPr/>
              <p14:nvPr/>
            </p14:nvContentPartPr>
            <p14:xfrm>
              <a:off x="4748530" y="1974850"/>
              <a:ext cx="572770" cy="23749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8"/>
            </p:blipFill>
            <p:spPr>
              <a:xfrm>
                <a:off x="4748530" y="1974850"/>
                <a:ext cx="572770" cy="23749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 sz="4000">
                <a:solidFill>
                  <a:schemeClr val="bg1"/>
                </a:solidFill>
              </a:rPr>
              <a:t>Two-step approach: two </a:t>
            </a:r>
            <a:r>
              <a:rPr lang="en-US" altLang="zh-CN" sz="4000" b="1">
                <a:solidFill>
                  <a:srgbClr val="00B0F0"/>
                </a:solidFill>
              </a:rPr>
              <a:t>successive </a:t>
            </a:r>
            <a:r>
              <a:rPr lang="en-US" altLang="zh-CN" sz="4000">
                <a:solidFill>
                  <a:schemeClr val="bg1"/>
                </a:solidFill>
              </a:rPr>
              <a:t>MapReduce processes.</a:t>
            </a:r>
            <a:br>
              <a:rPr lang="en-US" altLang="zh-CN" sz="4000">
                <a:solidFill>
                  <a:schemeClr val="bg1"/>
                </a:solidFill>
              </a:rPr>
            </a:br>
            <a:endParaRPr lang="en-US" altLang="zh-CN" sz="400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215900" y="637540"/>
            <a:ext cx="8091805" cy="782320"/>
          </a:xfrm>
        </p:spPr>
        <p:txBody>
          <a:bodyPr>
            <a:normAutofit fontScale="90000"/>
          </a:bodyPr>
          <a:p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the Mappers in the first process:</a:t>
            </a:r>
            <a:b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311150" y="1007745"/>
            <a:ext cx="3506470" cy="8083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map():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080" y="1882775"/>
            <a:ext cx="10658475" cy="371475"/>
          </a:xfrm>
          <a:prstGeom prst="rect">
            <a:avLst/>
          </a:prstGeom>
        </p:spPr>
      </p:pic>
      <p:sp>
        <p:nvSpPr>
          <p:cNvPr id="8" name="下箭头 7"/>
          <p:cNvSpPr/>
          <p:nvPr/>
        </p:nvSpPr>
        <p:spPr>
          <a:xfrm>
            <a:off x="5325745" y="2612390"/>
            <a:ext cx="1407160" cy="119253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601595" y="4302125"/>
            <a:ext cx="27241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Writable</a:t>
            </a:r>
            <a:endParaRPr lang="en-US" altLang="zh-CN" sz="4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32905" y="4302125"/>
            <a:ext cx="31616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Writable</a:t>
            </a:r>
            <a:endParaRPr lang="en-US" altLang="zh-CN" sz="4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" name="墨迹 2"/>
              <p14:cNvContentPartPr/>
              <p14:nvPr/>
            </p14:nvContentPartPr>
            <p14:xfrm>
              <a:off x="10941685" y="-515620"/>
              <a:ext cx="635" cy="63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3"/>
            </p:blipFill>
            <p:spPr>
              <a:xfrm>
                <a:off x="10941685" y="-515620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215900" y="560705"/>
            <a:ext cx="8091805" cy="782320"/>
          </a:xfrm>
        </p:spPr>
        <p:txBody>
          <a:bodyPr>
            <a:normAutofit fontScale="90000"/>
          </a:bodyPr>
          <a:p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the Mappers in the first process:</a:t>
            </a:r>
            <a:b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311150" y="1007745"/>
            <a:ext cx="3506470" cy="8083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map():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080" y="1882775"/>
            <a:ext cx="10658475" cy="371475"/>
          </a:xfrm>
          <a:prstGeom prst="rect">
            <a:avLst/>
          </a:prstGeom>
        </p:spPr>
      </p:pic>
      <p:sp>
        <p:nvSpPr>
          <p:cNvPr id="8" name="下箭头 7"/>
          <p:cNvSpPr/>
          <p:nvPr/>
        </p:nvSpPr>
        <p:spPr>
          <a:xfrm>
            <a:off x="5325745" y="2612390"/>
            <a:ext cx="1407160" cy="1192530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601595" y="4302125"/>
            <a:ext cx="27241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Writable</a:t>
            </a:r>
            <a:endParaRPr lang="en-US" altLang="zh-CN" sz="4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32905" y="4302125"/>
            <a:ext cx="31616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Writable</a:t>
            </a:r>
            <a:endParaRPr lang="en-US" altLang="zh-CN" sz="4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" name="墨迹 2"/>
              <p14:cNvContentPartPr/>
              <p14:nvPr/>
            </p14:nvContentPartPr>
            <p14:xfrm>
              <a:off x="10941685" y="-515620"/>
              <a:ext cx="635" cy="63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3"/>
            </p:blipFill>
            <p:spPr>
              <a:xfrm>
                <a:off x="10941685" y="-515620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195580" y="292735"/>
            <a:ext cx="7959725" cy="766445"/>
          </a:xfrm>
        </p:spPr>
        <p:txBody>
          <a:bodyPr/>
          <a:p>
            <a:r>
              <a:rPr lang="en-US" altLang="zh-CN" sz="4000">
                <a:solidFill>
                  <a:schemeClr val="bg1"/>
                </a:solidFill>
              </a:rPr>
              <a:t>For the outputs of the Mapper:</a:t>
            </a:r>
            <a:endParaRPr lang="en-US" altLang="zh-CN" sz="400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-195580" y="1059180"/>
            <a:ext cx="7959725" cy="27235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>
                <a:solidFill>
                  <a:schemeClr val="bg1"/>
                </a:solidFill>
              </a:rPr>
              <a:t>(0102|Apple|Time 1),( ......)</a:t>
            </a:r>
            <a:endParaRPr lang="en-US" altLang="zh-CN" sz="3200">
              <a:solidFill>
                <a:schemeClr val="bg1"/>
              </a:solidFill>
            </a:endParaRPr>
          </a:p>
          <a:p>
            <a:r>
              <a:rPr lang="en-US" altLang="zh-CN" sz="3200">
                <a:solidFill>
                  <a:schemeClr val="bg1"/>
                </a:solidFill>
              </a:rPr>
              <a:t>(0102|Apple|Time 2),(......)</a:t>
            </a:r>
            <a:endParaRPr lang="en-US" altLang="zh-CN" sz="3200">
              <a:solidFill>
                <a:schemeClr val="bg1"/>
              </a:solidFill>
            </a:endParaRPr>
          </a:p>
          <a:p>
            <a:r>
              <a:rPr lang="en-US" altLang="zh-CN" sz="3200">
                <a:solidFill>
                  <a:schemeClr val="bg1"/>
                </a:solidFill>
              </a:rPr>
              <a:t>   (0102|SMIC|Time 1),(......)</a:t>
            </a:r>
            <a:endParaRPr lang="en-US" altLang="zh-CN" sz="3200">
              <a:solidFill>
                <a:schemeClr val="bg1"/>
              </a:solidFill>
            </a:endParaRPr>
          </a:p>
          <a:p>
            <a:r>
              <a:rPr lang="en-US" altLang="zh-CN" sz="3200">
                <a:solidFill>
                  <a:schemeClr val="bg1"/>
                </a:solidFill>
              </a:rPr>
              <a:t>……</a:t>
            </a:r>
            <a:endParaRPr lang="en-US" altLang="zh-CN" sz="32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7" name="墨迹 6"/>
              <p14:cNvContentPartPr/>
              <p14:nvPr/>
            </p14:nvContentPartPr>
            <p14:xfrm>
              <a:off x="10059670" y="2258060"/>
              <a:ext cx="635" cy="63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2"/>
            </p:blipFill>
            <p:spPr>
              <a:xfrm>
                <a:off x="10059670" y="225806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4" name="墨迹 13"/>
              <p14:cNvContentPartPr/>
              <p14:nvPr/>
            </p14:nvContentPartPr>
            <p14:xfrm>
              <a:off x="3755390" y="1947545"/>
              <a:ext cx="635" cy="63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4"/>
            </p:blipFill>
            <p:spPr>
              <a:xfrm>
                <a:off x="3755390" y="194754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55" name="墨迹 54"/>
              <p14:cNvContentPartPr/>
              <p14:nvPr/>
            </p14:nvContentPartPr>
            <p14:xfrm>
              <a:off x="8982075" y="2322195"/>
              <a:ext cx="635" cy="635"/>
            </p14:xfrm>
          </p:contentPart>
        </mc:Choice>
        <mc:Fallback xmlns="">
          <p:pic>
            <p:nvPicPr>
              <p:cNvPr id="55" name="墨迹 54"/>
            </p:nvPicPr>
            <p:blipFill>
              <a:blip r:embed="rId2"/>
            </p:blipFill>
            <p:spPr>
              <a:xfrm>
                <a:off x="8982075" y="2322195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215900" y="627380"/>
            <a:ext cx="8091805" cy="782320"/>
          </a:xfrm>
        </p:spPr>
        <p:txBody>
          <a:bodyPr>
            <a:normAutofit fontScale="90000"/>
          </a:bodyPr>
          <a:p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the Mappers in the first process:</a:t>
            </a:r>
            <a:b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311150" y="1007745"/>
            <a:ext cx="3506470" cy="8083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map():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080" y="1882775"/>
            <a:ext cx="10658475" cy="371475"/>
          </a:xfrm>
          <a:prstGeom prst="rect">
            <a:avLst/>
          </a:prstGeom>
        </p:spPr>
      </p:pic>
      <p:sp>
        <p:nvSpPr>
          <p:cNvPr id="8" name="下箭头 7"/>
          <p:cNvSpPr/>
          <p:nvPr/>
        </p:nvSpPr>
        <p:spPr>
          <a:xfrm>
            <a:off x="5325745" y="2612390"/>
            <a:ext cx="1407160" cy="1192530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601595" y="4302125"/>
            <a:ext cx="27241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“DCT”</a:t>
            </a:r>
            <a:endParaRPr lang="en-US" altLang="zh-CN" sz="4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32905" y="4302125"/>
            <a:ext cx="31616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Writable</a:t>
            </a:r>
            <a:endParaRPr lang="en-US" altLang="zh-CN" sz="4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75765" y="5259070"/>
            <a:ext cx="45758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“Date,Code,Time.”</a:t>
            </a: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215900" y="666115"/>
            <a:ext cx="8091805" cy="782320"/>
          </a:xfrm>
        </p:spPr>
        <p:txBody>
          <a:bodyPr>
            <a:normAutofit fontScale="90000"/>
          </a:bodyPr>
          <a:p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the Mappers in the first process:</a:t>
            </a:r>
            <a:b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311150" y="1007745"/>
            <a:ext cx="3506470" cy="8083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map():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080" y="1882775"/>
            <a:ext cx="10658475" cy="371475"/>
          </a:xfrm>
          <a:prstGeom prst="rect">
            <a:avLst/>
          </a:prstGeom>
        </p:spPr>
      </p:pic>
      <p:sp>
        <p:nvSpPr>
          <p:cNvPr id="8" name="下箭头 7"/>
          <p:cNvSpPr/>
          <p:nvPr/>
        </p:nvSpPr>
        <p:spPr>
          <a:xfrm>
            <a:off x="5325745" y="2612390"/>
            <a:ext cx="1407160" cy="1192530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601595" y="4302125"/>
            <a:ext cx="27241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“DCT”</a:t>
            </a:r>
            <a:endParaRPr lang="en-US" altLang="zh-CN" sz="4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45530" y="4302125"/>
            <a:ext cx="52800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75765" y="5259070"/>
            <a:ext cx="45758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“Date,Code,Time.”</a:t>
            </a: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 descr="pngtree-treasure-box-decoration-cartoon-illustration-png-image_4658371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385" y="3014345"/>
            <a:ext cx="3282315" cy="32823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195580" y="292735"/>
            <a:ext cx="7959725" cy="766445"/>
          </a:xfrm>
        </p:spPr>
        <p:txBody>
          <a:bodyPr/>
          <a:p>
            <a:r>
              <a:rPr lang="en-US" altLang="zh-CN" sz="4000">
                <a:solidFill>
                  <a:schemeClr val="bg1"/>
                </a:solidFill>
              </a:rPr>
              <a:t>For the outputs of the Mapper:</a:t>
            </a:r>
            <a:endParaRPr lang="en-US" altLang="zh-CN" sz="400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-617220" y="1558290"/>
            <a:ext cx="7959725" cy="22288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>
                <a:solidFill>
                  <a:schemeClr val="bg1"/>
                </a:solidFill>
                <a:sym typeface="+mn-ea"/>
              </a:rPr>
              <a:t>(0102|Apple|Time 1),( ......)</a:t>
            </a:r>
            <a:endParaRPr lang="en-US" altLang="zh-CN" sz="3200">
              <a:solidFill>
                <a:schemeClr val="bg1"/>
              </a:solidFill>
            </a:endParaRPr>
          </a:p>
          <a:p>
            <a:r>
              <a:rPr lang="en-US" altLang="zh-CN" sz="3200">
                <a:solidFill>
                  <a:schemeClr val="bg1"/>
                </a:solidFill>
                <a:sym typeface="+mn-ea"/>
              </a:rPr>
              <a:t>(0102|Apple|Time 2),(......)</a:t>
            </a:r>
            <a:endParaRPr lang="en-US" altLang="zh-CN" sz="3200">
              <a:solidFill>
                <a:schemeClr val="bg1"/>
              </a:solidFill>
            </a:endParaRPr>
          </a:p>
          <a:p>
            <a:r>
              <a:rPr lang="en-US" altLang="zh-CN" sz="3200">
                <a:solidFill>
                  <a:schemeClr val="bg1"/>
                </a:solidFill>
                <a:sym typeface="+mn-ea"/>
              </a:rPr>
              <a:t>   (0102|SMIC|Time 1),(......)</a:t>
            </a:r>
            <a:endParaRPr lang="en-US" altLang="zh-CN" sz="3200">
              <a:solidFill>
                <a:schemeClr val="bg1"/>
              </a:solidFill>
            </a:endParaRPr>
          </a:p>
          <a:p>
            <a:r>
              <a:rPr lang="en-US" altLang="zh-CN" sz="3200">
                <a:solidFill>
                  <a:schemeClr val="bg1"/>
                </a:solidFill>
                <a:sym typeface="+mn-ea"/>
              </a:rPr>
              <a:t>……</a:t>
            </a:r>
            <a:endParaRPr lang="zh-CN" altLang="en-US" sz="32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14" name="墨迹 13"/>
              <p14:cNvContentPartPr/>
              <p14:nvPr/>
            </p14:nvContentPartPr>
            <p14:xfrm>
              <a:off x="3755390" y="1947545"/>
              <a:ext cx="635" cy="63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"/>
            </p:blipFill>
            <p:spPr>
              <a:xfrm>
                <a:off x="3755390" y="194754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5" name="墨迹 4"/>
              <p14:cNvContentPartPr/>
              <p14:nvPr/>
            </p14:nvContentPartPr>
            <p14:xfrm>
              <a:off x="877570" y="1720215"/>
              <a:ext cx="2453005" cy="121920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4"/>
            </p:blipFill>
            <p:spPr>
              <a:xfrm>
                <a:off x="877570" y="1720215"/>
                <a:ext cx="2453005" cy="1219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3" name="墨迹 22"/>
              <p14:cNvContentPartPr/>
              <p14:nvPr/>
            </p14:nvContentPartPr>
            <p14:xfrm>
              <a:off x="5744210" y="2073910"/>
              <a:ext cx="299720" cy="757555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6"/>
            </p:blipFill>
            <p:spPr>
              <a:xfrm>
                <a:off x="5744210" y="2073910"/>
                <a:ext cx="299720" cy="7575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4" name="墨迹 23"/>
              <p14:cNvContentPartPr/>
              <p14:nvPr/>
            </p14:nvContentPartPr>
            <p14:xfrm>
              <a:off x="6262370" y="2456180"/>
              <a:ext cx="796290" cy="86360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8"/>
            </p:blipFill>
            <p:spPr>
              <a:xfrm>
                <a:off x="6262370" y="2456180"/>
                <a:ext cx="796290" cy="863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25" name="墨迹 24"/>
              <p14:cNvContentPartPr/>
              <p14:nvPr/>
            </p14:nvContentPartPr>
            <p14:xfrm>
              <a:off x="6846570" y="3126740"/>
              <a:ext cx="558800" cy="34798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10"/>
            </p:blipFill>
            <p:spPr>
              <a:xfrm>
                <a:off x="6846570" y="3126740"/>
                <a:ext cx="558800" cy="3479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26" name="墨迹 25"/>
              <p14:cNvContentPartPr/>
              <p14:nvPr/>
            </p14:nvContentPartPr>
            <p14:xfrm>
              <a:off x="4046220" y="3998595"/>
              <a:ext cx="713105" cy="95250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12"/>
            </p:blipFill>
            <p:spPr>
              <a:xfrm>
                <a:off x="4046220" y="3998595"/>
                <a:ext cx="713105" cy="952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27" name="墨迹 26"/>
              <p14:cNvContentPartPr/>
              <p14:nvPr/>
            </p14:nvContentPartPr>
            <p14:xfrm>
              <a:off x="5008245" y="4445000"/>
              <a:ext cx="294005" cy="487045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14"/>
            </p:blipFill>
            <p:spPr>
              <a:xfrm>
                <a:off x="5008245" y="4445000"/>
                <a:ext cx="294005" cy="4870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28" name="墨迹 27"/>
              <p14:cNvContentPartPr/>
              <p14:nvPr/>
            </p14:nvContentPartPr>
            <p14:xfrm>
              <a:off x="5415280" y="4477385"/>
              <a:ext cx="425450" cy="53594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16"/>
            </p:blipFill>
            <p:spPr>
              <a:xfrm>
                <a:off x="5415280" y="4477385"/>
                <a:ext cx="425450" cy="5359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29" name="墨迹 28"/>
              <p14:cNvContentPartPr/>
              <p14:nvPr/>
            </p14:nvContentPartPr>
            <p14:xfrm>
              <a:off x="6070600" y="4430395"/>
              <a:ext cx="634365" cy="612775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18"/>
            </p:blipFill>
            <p:spPr>
              <a:xfrm>
                <a:off x="6070600" y="4430395"/>
                <a:ext cx="634365" cy="6127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30" name="墨迹 29"/>
              <p14:cNvContentPartPr/>
              <p14:nvPr/>
            </p14:nvContentPartPr>
            <p14:xfrm>
              <a:off x="7870825" y="3730625"/>
              <a:ext cx="665480" cy="153670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20"/>
            </p:blipFill>
            <p:spPr>
              <a:xfrm>
                <a:off x="7870825" y="3730625"/>
                <a:ext cx="665480" cy="1536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31" name="墨迹 30"/>
              <p14:cNvContentPartPr/>
              <p14:nvPr/>
            </p14:nvContentPartPr>
            <p14:xfrm>
              <a:off x="8733155" y="4377690"/>
              <a:ext cx="396875" cy="71628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22"/>
            </p:blipFill>
            <p:spPr>
              <a:xfrm>
                <a:off x="8733155" y="4377690"/>
                <a:ext cx="396875" cy="7162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32" name="墨迹 31"/>
              <p14:cNvContentPartPr/>
              <p14:nvPr/>
            </p14:nvContentPartPr>
            <p14:xfrm>
              <a:off x="9548495" y="3949700"/>
              <a:ext cx="217170" cy="1143635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24"/>
            </p:blipFill>
            <p:spPr>
              <a:xfrm>
                <a:off x="9548495" y="3949700"/>
                <a:ext cx="217170" cy="1143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33" name="墨迹 32"/>
              <p14:cNvContentPartPr/>
              <p14:nvPr/>
            </p14:nvContentPartPr>
            <p14:xfrm>
              <a:off x="10016490" y="4343400"/>
              <a:ext cx="344805" cy="625475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26"/>
            </p:blipFill>
            <p:spPr>
              <a:xfrm>
                <a:off x="10016490" y="4343400"/>
                <a:ext cx="344805" cy="6254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34" name="墨迹 33"/>
              <p14:cNvContentPartPr/>
              <p14:nvPr/>
            </p14:nvContentPartPr>
            <p14:xfrm>
              <a:off x="10533380" y="4429760"/>
              <a:ext cx="335280" cy="53848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28"/>
            </p:blipFill>
            <p:spPr>
              <a:xfrm>
                <a:off x="10533380" y="4429760"/>
                <a:ext cx="335280" cy="538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35" name="墨迹 34"/>
              <p14:cNvContentPartPr/>
              <p14:nvPr/>
            </p14:nvContentPartPr>
            <p14:xfrm>
              <a:off x="10876915" y="4331335"/>
              <a:ext cx="536575" cy="610870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30"/>
            </p:blipFill>
            <p:spPr>
              <a:xfrm>
                <a:off x="10876915" y="4331335"/>
                <a:ext cx="536575" cy="6108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36" name="墨迹 35"/>
              <p14:cNvContentPartPr/>
              <p14:nvPr/>
            </p14:nvContentPartPr>
            <p14:xfrm>
              <a:off x="11616055" y="4264025"/>
              <a:ext cx="834390" cy="736600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32"/>
            </p:blipFill>
            <p:spPr>
              <a:xfrm>
                <a:off x="11616055" y="4264025"/>
                <a:ext cx="834390" cy="7366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652780"/>
            <a:ext cx="10515600" cy="1325563"/>
          </a:xfrm>
        </p:spPr>
        <p:txBody>
          <a:bodyPr>
            <a:normAutofit fontScale="90000"/>
          </a:bodyPr>
          <a:p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For Reducer:</a:t>
            </a:r>
            <a:b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endPara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0102|Apple|</a:t>
            </a:r>
            <a:r>
              <a:rPr lang="zh-CN" altLang="en-US">
                <a:solidFill>
                  <a:schemeClr val="bg1"/>
                </a:solidFill>
              </a:rPr>
              <a:t>时刻</a:t>
            </a:r>
            <a:r>
              <a:rPr lang="en-US" altLang="zh-CN">
                <a:solidFill>
                  <a:schemeClr val="bg1"/>
                </a:solidFill>
              </a:rPr>
              <a:t>1</a:t>
            </a:r>
            <a:r>
              <a:rPr lang="zh-CN" altLang="en-US">
                <a:solidFill>
                  <a:schemeClr val="bg1"/>
                </a:solidFill>
              </a:rPr>
              <a:t>），（</a:t>
            </a:r>
            <a:r>
              <a:rPr lang="en-US" altLang="zh-CN">
                <a:solidFill>
                  <a:schemeClr val="bg1"/>
                </a:solidFill>
              </a:rPr>
              <a:t>……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                      </a:t>
            </a:r>
            <a:r>
              <a:rPr lang="en-US" altLang="zh-CN">
                <a:solidFill>
                  <a:schemeClr val="tx1"/>
                </a:solidFill>
              </a:rPr>
              <a:t> ……</a:t>
            </a: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0102|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平安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|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时刻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14400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），（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……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0105|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紫金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|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时刻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），（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……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         ……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0105|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紫金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|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时刻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14400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），（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……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for Reducer:</a:t>
            </a:r>
            <a:endPara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0102|Apple|time1</a:t>
            </a:r>
            <a:r>
              <a:rPr lang="zh-CN" altLang="en-US">
                <a:solidFill>
                  <a:schemeClr val="bg1"/>
                </a:solidFill>
              </a:rPr>
              <a:t>），（</a:t>
            </a:r>
            <a:r>
              <a:rPr lang="en-US" altLang="zh-CN">
                <a:solidFill>
                  <a:schemeClr val="bg1"/>
                </a:solidFill>
              </a:rPr>
              <a:t>……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                       ……</a:t>
            </a:r>
            <a:endParaRPr lang="en-US" altLang="zh-CN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0102|Apple|time14400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……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</a:t>
            </a:r>
            <a:endParaRPr lang="zh-CN" altLang="en-US">
              <a:solidFill>
                <a:schemeClr val="bg1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0105|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紫金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|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时刻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），（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……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         ……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0105|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紫金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|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时刻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14400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），（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……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for Reducer:</a:t>
            </a:r>
            <a:endPara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0102|Apple|time1</a:t>
            </a:r>
            <a:r>
              <a:rPr lang="zh-CN" altLang="en-US">
                <a:solidFill>
                  <a:schemeClr val="bg1"/>
                </a:solidFill>
              </a:rPr>
              <a:t>），（</a:t>
            </a:r>
            <a:r>
              <a:rPr lang="en-US" altLang="zh-CN">
                <a:solidFill>
                  <a:schemeClr val="bg1"/>
                </a:solidFill>
              </a:rPr>
              <a:t>……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                       ……</a:t>
            </a:r>
            <a:endParaRPr lang="en-US" altLang="zh-CN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0102|Apple|time14400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……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</a:t>
            </a:r>
            <a:endParaRPr lang="zh-CN" altLang="en-US">
              <a:solidFill>
                <a:schemeClr val="bg1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0105|Microsoft|time1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……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</a:t>
            </a:r>
            <a:endParaRPr lang="zh-CN" altLang="en-US">
              <a:solidFill>
                <a:schemeClr val="bg1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                      ……</a:t>
            </a:r>
            <a:endParaRPr lang="en-US" altLang="zh-CN">
              <a:solidFill>
                <a:schemeClr val="bg1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0105|Microsoft|time14400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……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for Reducer:</a:t>
            </a:r>
            <a:endPara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0102|Apple|time1</a:t>
            </a:r>
            <a:r>
              <a:rPr lang="zh-CN" altLang="en-US">
                <a:solidFill>
                  <a:schemeClr val="bg1"/>
                </a:solidFill>
              </a:rPr>
              <a:t>），（</a:t>
            </a:r>
            <a:r>
              <a:rPr lang="en-US" altLang="zh-CN">
                <a:solidFill>
                  <a:schemeClr val="bg1"/>
                </a:solidFill>
              </a:rPr>
              <a:t>……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                       ……</a:t>
            </a:r>
            <a:endParaRPr lang="en-US" altLang="zh-CN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0102|Apple|time14400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……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</a:t>
            </a:r>
            <a:endParaRPr lang="zh-CN" altLang="en-US">
              <a:solidFill>
                <a:schemeClr val="bg1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0105|Microsoft|time1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……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</a:t>
            </a:r>
            <a:endParaRPr lang="zh-CN" altLang="en-US">
              <a:solidFill>
                <a:schemeClr val="bg1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                      ……</a:t>
            </a:r>
            <a:endParaRPr lang="en-US" altLang="zh-CN">
              <a:solidFill>
                <a:schemeClr val="bg1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0105|Microsoft|time14400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……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en-US" altLang="zh-C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>
              <a:off x="6340475" y="2061210"/>
              <a:ext cx="457835" cy="96456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>
                <a:off x="6340475" y="2061210"/>
                <a:ext cx="457835" cy="9645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5" name="墨迹 4"/>
              <p14:cNvContentPartPr/>
              <p14:nvPr/>
            </p14:nvContentPartPr>
            <p14:xfrm>
              <a:off x="7020560" y="2284095"/>
              <a:ext cx="391795" cy="2095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4"/>
            </p:blipFill>
            <p:spPr>
              <a:xfrm>
                <a:off x="7020560" y="2284095"/>
                <a:ext cx="391795" cy="209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6" name="墨迹 5"/>
              <p14:cNvContentPartPr/>
              <p14:nvPr/>
            </p14:nvContentPartPr>
            <p14:xfrm>
              <a:off x="7068185" y="2541905"/>
              <a:ext cx="497840" cy="14541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6"/>
            </p:blipFill>
            <p:spPr>
              <a:xfrm>
                <a:off x="7068185" y="2541905"/>
                <a:ext cx="497840" cy="1454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7" name="墨迹 6"/>
              <p14:cNvContentPartPr/>
              <p14:nvPr/>
            </p14:nvContentPartPr>
            <p14:xfrm>
              <a:off x="7403465" y="2131060"/>
              <a:ext cx="466725" cy="70485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8"/>
            </p:blipFill>
            <p:spPr>
              <a:xfrm>
                <a:off x="7403465" y="2131060"/>
                <a:ext cx="466725" cy="704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8" name="墨迹 7"/>
              <p14:cNvContentPartPr/>
              <p14:nvPr/>
            </p14:nvContentPartPr>
            <p14:xfrm>
              <a:off x="8308975" y="2308860"/>
              <a:ext cx="312420" cy="33274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0"/>
            </p:blipFill>
            <p:spPr>
              <a:xfrm>
                <a:off x="8308975" y="2308860"/>
                <a:ext cx="312420" cy="3327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26" name="墨迹 25"/>
              <p14:cNvContentPartPr/>
              <p14:nvPr/>
            </p14:nvContentPartPr>
            <p14:xfrm>
              <a:off x="8909685" y="2188845"/>
              <a:ext cx="316230" cy="48196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12"/>
            </p:blipFill>
            <p:spPr>
              <a:xfrm>
                <a:off x="8909685" y="2188845"/>
                <a:ext cx="316230" cy="4819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28" name="墨迹 27"/>
              <p14:cNvContentPartPr/>
              <p14:nvPr/>
            </p14:nvContentPartPr>
            <p14:xfrm>
              <a:off x="9385935" y="2185670"/>
              <a:ext cx="570230" cy="44323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14"/>
            </p:blipFill>
            <p:spPr>
              <a:xfrm>
                <a:off x="9385935" y="2185670"/>
                <a:ext cx="570230" cy="4432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29" name="墨迹 28"/>
              <p14:cNvContentPartPr/>
              <p14:nvPr/>
            </p14:nvContentPartPr>
            <p14:xfrm>
              <a:off x="8456930" y="3020060"/>
              <a:ext cx="316230" cy="407035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16"/>
            </p:blipFill>
            <p:spPr>
              <a:xfrm>
                <a:off x="8456930" y="3020060"/>
                <a:ext cx="316230" cy="4070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30" name="墨迹 29"/>
              <p14:cNvContentPartPr/>
              <p14:nvPr/>
            </p14:nvContentPartPr>
            <p14:xfrm>
              <a:off x="8905875" y="3134360"/>
              <a:ext cx="247015" cy="24384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18"/>
            </p:blipFill>
            <p:spPr>
              <a:xfrm>
                <a:off x="8905875" y="3134360"/>
                <a:ext cx="247015" cy="243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31" name="墨迹 30"/>
              <p14:cNvContentPartPr/>
              <p14:nvPr/>
            </p14:nvContentPartPr>
            <p14:xfrm>
              <a:off x="9394190" y="2837180"/>
              <a:ext cx="186055" cy="58039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20"/>
            </p:blipFill>
            <p:spPr>
              <a:xfrm>
                <a:off x="9394190" y="2837180"/>
                <a:ext cx="186055" cy="5803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32" name="墨迹 31"/>
              <p14:cNvContentPartPr/>
              <p14:nvPr/>
            </p14:nvContentPartPr>
            <p14:xfrm>
              <a:off x="9779000" y="3047365"/>
              <a:ext cx="169545" cy="360045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22"/>
            </p:blipFill>
            <p:spPr>
              <a:xfrm>
                <a:off x="9779000" y="3047365"/>
                <a:ext cx="169545" cy="3600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33" name="墨迹 32"/>
              <p14:cNvContentPartPr/>
              <p14:nvPr/>
            </p14:nvContentPartPr>
            <p14:xfrm>
              <a:off x="10266045" y="3050540"/>
              <a:ext cx="191770" cy="30226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24"/>
            </p:blipFill>
            <p:spPr>
              <a:xfrm>
                <a:off x="10266045" y="3050540"/>
                <a:ext cx="191770" cy="3022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34" name="墨迹 33"/>
              <p14:cNvContentPartPr/>
              <p14:nvPr/>
            </p14:nvContentPartPr>
            <p14:xfrm>
              <a:off x="10535285" y="3000375"/>
              <a:ext cx="358140" cy="300355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26"/>
            </p:blipFill>
            <p:spPr>
              <a:xfrm>
                <a:off x="10535285" y="3000375"/>
                <a:ext cx="358140" cy="3003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35" name="墨迹 34"/>
              <p14:cNvContentPartPr/>
              <p14:nvPr/>
            </p14:nvContentPartPr>
            <p14:xfrm>
              <a:off x="11233150" y="2820670"/>
              <a:ext cx="88265" cy="518795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28"/>
            </p:blipFill>
            <p:spPr>
              <a:xfrm>
                <a:off x="11233150" y="2820670"/>
                <a:ext cx="88265" cy="5187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36" name="墨迹 35"/>
              <p14:cNvContentPartPr/>
              <p14:nvPr/>
            </p14:nvContentPartPr>
            <p14:xfrm>
              <a:off x="11681460" y="2763520"/>
              <a:ext cx="283845" cy="906145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30"/>
            </p:blipFill>
            <p:spPr>
              <a:xfrm>
                <a:off x="11681460" y="2763520"/>
                <a:ext cx="283845" cy="90614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for Reducer:</a:t>
            </a:r>
            <a:endPara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0102|Apple|time1</a:t>
            </a:r>
            <a:r>
              <a:rPr lang="zh-CN" altLang="en-US">
                <a:solidFill>
                  <a:schemeClr val="bg1"/>
                </a:solidFill>
              </a:rPr>
              <a:t>），（</a:t>
            </a:r>
            <a:r>
              <a:rPr lang="en-US" altLang="zh-CN">
                <a:solidFill>
                  <a:schemeClr val="bg1"/>
                </a:solidFill>
              </a:rPr>
              <a:t>……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                       ……</a:t>
            </a:r>
            <a:endParaRPr lang="en-US" altLang="zh-CN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0102|Apple|time14400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……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</a:t>
            </a:r>
            <a:endParaRPr lang="zh-CN" altLang="en-US">
              <a:solidFill>
                <a:schemeClr val="bg1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0105|Microsoft|time1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……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</a:t>
            </a:r>
            <a:endParaRPr lang="zh-CN" altLang="en-US">
              <a:solidFill>
                <a:schemeClr val="bg1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                      ……</a:t>
            </a:r>
            <a:endParaRPr lang="en-US" altLang="zh-CN">
              <a:solidFill>
                <a:schemeClr val="bg1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0105|Microsoft|time14400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……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en-US" altLang="zh-C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>
              <a:off x="6340475" y="2061210"/>
              <a:ext cx="457835" cy="96456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>
                <a:off x="6340475" y="2061210"/>
                <a:ext cx="457835" cy="9645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9" name="墨迹 8"/>
              <p14:cNvContentPartPr/>
              <p14:nvPr/>
            </p14:nvContentPartPr>
            <p14:xfrm>
              <a:off x="6838315" y="1945005"/>
              <a:ext cx="627380" cy="15494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4"/>
            </p:blipFill>
            <p:spPr>
              <a:xfrm>
                <a:off x="6838315" y="1945005"/>
                <a:ext cx="627380" cy="1549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0" name="墨迹 9"/>
              <p14:cNvContentPartPr/>
              <p14:nvPr/>
            </p14:nvContentPartPr>
            <p14:xfrm>
              <a:off x="6898640" y="2139950"/>
              <a:ext cx="678180" cy="13144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6"/>
            </p:blipFill>
            <p:spPr>
              <a:xfrm>
                <a:off x="6898640" y="2139950"/>
                <a:ext cx="678180" cy="1314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1" name="墨迹 10"/>
              <p14:cNvContentPartPr/>
              <p14:nvPr/>
            </p14:nvContentPartPr>
            <p14:xfrm>
              <a:off x="7440930" y="1875790"/>
              <a:ext cx="393065" cy="49403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8"/>
            </p:blipFill>
            <p:spPr>
              <a:xfrm>
                <a:off x="7440930" y="1875790"/>
                <a:ext cx="393065" cy="4940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28" name="墨迹 27"/>
              <p14:cNvContentPartPr/>
              <p14:nvPr/>
            </p14:nvContentPartPr>
            <p14:xfrm>
              <a:off x="6049010" y="3660775"/>
              <a:ext cx="464820" cy="87630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10"/>
            </p:blipFill>
            <p:spPr>
              <a:xfrm>
                <a:off x="6049010" y="3660775"/>
                <a:ext cx="464820" cy="876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29" name="墨迹 28"/>
              <p14:cNvContentPartPr/>
              <p14:nvPr/>
            </p14:nvContentPartPr>
            <p14:xfrm>
              <a:off x="6726555" y="4075430"/>
              <a:ext cx="374650" cy="5842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12"/>
            </p:blipFill>
            <p:spPr>
              <a:xfrm>
                <a:off x="6726555" y="4075430"/>
                <a:ext cx="374650" cy="58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30" name="墨迹 29"/>
              <p14:cNvContentPartPr/>
              <p14:nvPr/>
            </p14:nvContentPartPr>
            <p14:xfrm>
              <a:off x="6718300" y="4234815"/>
              <a:ext cx="457200" cy="5334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14"/>
            </p:blipFill>
            <p:spPr>
              <a:xfrm>
                <a:off x="6718300" y="4234815"/>
                <a:ext cx="457200" cy="533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31" name="墨迹 30"/>
              <p14:cNvContentPartPr/>
              <p14:nvPr/>
            </p14:nvContentPartPr>
            <p14:xfrm>
              <a:off x="7106285" y="3987165"/>
              <a:ext cx="278765" cy="432435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16"/>
            </p:blipFill>
            <p:spPr>
              <a:xfrm>
                <a:off x="7106285" y="3987165"/>
                <a:ext cx="278765" cy="4324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5" name="墨迹 4"/>
              <p14:cNvContentPartPr/>
              <p14:nvPr/>
            </p14:nvContentPartPr>
            <p14:xfrm>
              <a:off x="7670800" y="1709420"/>
              <a:ext cx="346710" cy="45212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18"/>
            </p:blipFill>
            <p:spPr>
              <a:xfrm>
                <a:off x="7670800" y="1709420"/>
                <a:ext cx="346710" cy="4521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6" name="墨迹 5"/>
              <p14:cNvContentPartPr/>
              <p14:nvPr/>
            </p14:nvContentPartPr>
            <p14:xfrm>
              <a:off x="8110855" y="1882140"/>
              <a:ext cx="135890" cy="31686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20"/>
            </p:blipFill>
            <p:spPr>
              <a:xfrm>
                <a:off x="8110855" y="1882140"/>
                <a:ext cx="135890" cy="3168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51" name="墨迹 50"/>
              <p14:cNvContentPartPr/>
              <p14:nvPr/>
            </p14:nvContentPartPr>
            <p14:xfrm>
              <a:off x="8037830" y="1868170"/>
              <a:ext cx="353060" cy="465455"/>
            </p14:xfrm>
          </p:contentPart>
        </mc:Choice>
        <mc:Fallback xmlns="">
          <p:pic>
            <p:nvPicPr>
              <p:cNvPr id="51" name="墨迹 50"/>
            </p:nvPicPr>
            <p:blipFill>
              <a:blip r:embed="rId22"/>
            </p:blipFill>
            <p:spPr>
              <a:xfrm>
                <a:off x="8037830" y="1868170"/>
                <a:ext cx="353060" cy="4654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52" name="墨迹 51"/>
              <p14:cNvContentPartPr/>
              <p14:nvPr/>
            </p14:nvContentPartPr>
            <p14:xfrm>
              <a:off x="8562340" y="1917700"/>
              <a:ext cx="231775" cy="455930"/>
            </p14:xfrm>
          </p:contentPart>
        </mc:Choice>
        <mc:Fallback xmlns="">
          <p:pic>
            <p:nvPicPr>
              <p:cNvPr id="52" name="墨迹 51"/>
            </p:nvPicPr>
            <p:blipFill>
              <a:blip r:embed="rId24"/>
            </p:blipFill>
            <p:spPr>
              <a:xfrm>
                <a:off x="8562340" y="1917700"/>
                <a:ext cx="231775" cy="455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53" name="墨迹 52"/>
              <p14:cNvContentPartPr/>
              <p14:nvPr/>
            </p14:nvContentPartPr>
            <p14:xfrm>
              <a:off x="8907145" y="1852295"/>
              <a:ext cx="434340" cy="433070"/>
            </p14:xfrm>
          </p:contentPart>
        </mc:Choice>
        <mc:Fallback xmlns="">
          <p:pic>
            <p:nvPicPr>
              <p:cNvPr id="53" name="墨迹 52"/>
            </p:nvPicPr>
            <p:blipFill>
              <a:blip r:embed="rId26"/>
            </p:blipFill>
            <p:spPr>
              <a:xfrm>
                <a:off x="8907145" y="1852295"/>
                <a:ext cx="434340" cy="4330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54" name="墨迹 53"/>
              <p14:cNvContentPartPr/>
              <p14:nvPr/>
            </p14:nvContentPartPr>
            <p14:xfrm>
              <a:off x="8495665" y="2628900"/>
              <a:ext cx="285115" cy="375920"/>
            </p14:xfrm>
          </p:contentPart>
        </mc:Choice>
        <mc:Fallback xmlns="">
          <p:pic>
            <p:nvPicPr>
              <p:cNvPr id="54" name="墨迹 53"/>
            </p:nvPicPr>
            <p:blipFill>
              <a:blip r:embed="rId28"/>
            </p:blipFill>
            <p:spPr>
              <a:xfrm>
                <a:off x="8495665" y="2628900"/>
                <a:ext cx="285115" cy="3759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55" name="墨迹 54"/>
              <p14:cNvContentPartPr/>
              <p14:nvPr/>
            </p14:nvContentPartPr>
            <p14:xfrm>
              <a:off x="8859520" y="2714625"/>
              <a:ext cx="239395" cy="280035"/>
            </p14:xfrm>
          </p:contentPart>
        </mc:Choice>
        <mc:Fallback xmlns="">
          <p:pic>
            <p:nvPicPr>
              <p:cNvPr id="55" name="墨迹 54"/>
            </p:nvPicPr>
            <p:blipFill>
              <a:blip r:embed="rId30"/>
            </p:blipFill>
            <p:spPr>
              <a:xfrm>
                <a:off x="8859520" y="2714625"/>
                <a:ext cx="239395" cy="2800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56" name="墨迹 55"/>
              <p14:cNvContentPartPr/>
              <p14:nvPr/>
            </p14:nvContentPartPr>
            <p14:xfrm>
              <a:off x="9433560" y="2393315"/>
              <a:ext cx="203200" cy="554355"/>
            </p14:xfrm>
          </p:contentPart>
        </mc:Choice>
        <mc:Fallback xmlns="">
          <p:pic>
            <p:nvPicPr>
              <p:cNvPr id="56" name="墨迹 55"/>
            </p:nvPicPr>
            <p:blipFill>
              <a:blip r:embed="rId32"/>
            </p:blipFill>
            <p:spPr>
              <a:xfrm>
                <a:off x="9433560" y="2393315"/>
                <a:ext cx="203200" cy="5543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57" name="墨迹 56"/>
              <p14:cNvContentPartPr/>
              <p14:nvPr/>
            </p14:nvContentPartPr>
            <p14:xfrm>
              <a:off x="9788525" y="2628900"/>
              <a:ext cx="204470" cy="354330"/>
            </p14:xfrm>
          </p:contentPart>
        </mc:Choice>
        <mc:Fallback xmlns="">
          <p:pic>
            <p:nvPicPr>
              <p:cNvPr id="57" name="墨迹 56"/>
            </p:nvPicPr>
            <p:blipFill>
              <a:blip r:embed="rId34"/>
            </p:blipFill>
            <p:spPr>
              <a:xfrm>
                <a:off x="9788525" y="2628900"/>
                <a:ext cx="204470" cy="3543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58" name="墨迹 57"/>
              <p14:cNvContentPartPr/>
              <p14:nvPr/>
            </p14:nvContentPartPr>
            <p14:xfrm>
              <a:off x="10246995" y="2658110"/>
              <a:ext cx="154940" cy="326390"/>
            </p14:xfrm>
          </p:contentPart>
        </mc:Choice>
        <mc:Fallback xmlns="">
          <p:pic>
            <p:nvPicPr>
              <p:cNvPr id="58" name="墨迹 57"/>
            </p:nvPicPr>
            <p:blipFill>
              <a:blip r:embed="rId36"/>
            </p:blipFill>
            <p:spPr>
              <a:xfrm>
                <a:off x="10246995" y="2658110"/>
                <a:ext cx="154940" cy="3263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59" name="墨迹 58"/>
              <p14:cNvContentPartPr/>
              <p14:nvPr/>
            </p14:nvContentPartPr>
            <p14:xfrm>
              <a:off x="10487660" y="2646680"/>
              <a:ext cx="363220" cy="363855"/>
            </p14:xfrm>
          </p:contentPart>
        </mc:Choice>
        <mc:Fallback xmlns="">
          <p:pic>
            <p:nvPicPr>
              <p:cNvPr id="59" name="墨迹 58"/>
            </p:nvPicPr>
            <p:blipFill>
              <a:blip r:embed="rId38"/>
            </p:blipFill>
            <p:spPr>
              <a:xfrm>
                <a:off x="10487660" y="2646680"/>
                <a:ext cx="363220" cy="3638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60" name="墨迹 59"/>
              <p14:cNvContentPartPr/>
              <p14:nvPr/>
            </p14:nvContentPartPr>
            <p14:xfrm>
              <a:off x="11301095" y="2341880"/>
              <a:ext cx="203835" cy="692785"/>
            </p14:xfrm>
          </p:contentPart>
        </mc:Choice>
        <mc:Fallback xmlns="">
          <p:pic>
            <p:nvPicPr>
              <p:cNvPr id="60" name="墨迹 59"/>
            </p:nvPicPr>
            <p:blipFill>
              <a:blip r:embed="rId40"/>
            </p:blipFill>
            <p:spPr>
              <a:xfrm>
                <a:off x="11301095" y="2341880"/>
                <a:ext cx="203835" cy="6927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61" name="墨迹 60"/>
              <p14:cNvContentPartPr/>
              <p14:nvPr/>
            </p14:nvContentPartPr>
            <p14:xfrm>
              <a:off x="11972290" y="2523490"/>
              <a:ext cx="212725" cy="594995"/>
            </p14:xfrm>
          </p:contentPart>
        </mc:Choice>
        <mc:Fallback xmlns="">
          <p:pic>
            <p:nvPicPr>
              <p:cNvPr id="61" name="墨迹 60"/>
            </p:nvPicPr>
            <p:blipFill>
              <a:blip r:embed="rId42"/>
            </p:blipFill>
            <p:spPr>
              <a:xfrm>
                <a:off x="11972290" y="2523490"/>
                <a:ext cx="212725" cy="5949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62" name="墨迹 61"/>
              <p14:cNvContentPartPr/>
              <p14:nvPr/>
            </p14:nvContentPartPr>
            <p14:xfrm>
              <a:off x="7624445" y="4094480"/>
              <a:ext cx="507365" cy="506095"/>
            </p14:xfrm>
          </p:contentPart>
        </mc:Choice>
        <mc:Fallback xmlns="">
          <p:pic>
            <p:nvPicPr>
              <p:cNvPr id="62" name="墨迹 61"/>
            </p:nvPicPr>
            <p:blipFill>
              <a:blip r:embed="rId44"/>
            </p:blipFill>
            <p:spPr>
              <a:xfrm>
                <a:off x="7624445" y="4094480"/>
                <a:ext cx="507365" cy="5060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63" name="墨迹 62"/>
              <p14:cNvContentPartPr/>
              <p14:nvPr/>
            </p14:nvContentPartPr>
            <p14:xfrm>
              <a:off x="8217535" y="4121150"/>
              <a:ext cx="250190" cy="377190"/>
            </p14:xfrm>
          </p:contentPart>
        </mc:Choice>
        <mc:Fallback xmlns="">
          <p:pic>
            <p:nvPicPr>
              <p:cNvPr id="63" name="墨迹 62"/>
            </p:nvPicPr>
            <p:blipFill>
              <a:blip r:embed="rId46"/>
            </p:blipFill>
            <p:spPr>
              <a:xfrm>
                <a:off x="8217535" y="4121150"/>
                <a:ext cx="250190" cy="3771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64" name="墨迹 63"/>
              <p14:cNvContentPartPr/>
              <p14:nvPr/>
            </p14:nvContentPartPr>
            <p14:xfrm>
              <a:off x="8653145" y="4189730"/>
              <a:ext cx="102235" cy="348615"/>
            </p14:xfrm>
          </p:contentPart>
        </mc:Choice>
        <mc:Fallback xmlns="">
          <p:pic>
            <p:nvPicPr>
              <p:cNvPr id="64" name="墨迹 63"/>
            </p:nvPicPr>
            <p:blipFill>
              <a:blip r:embed="rId48"/>
            </p:blipFill>
            <p:spPr>
              <a:xfrm>
                <a:off x="8653145" y="4189730"/>
                <a:ext cx="102235" cy="3486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" p14:bwMode="auto">
            <p14:nvContentPartPr>
              <p14:cNvPr id="65" name="墨迹 64"/>
              <p14:cNvContentPartPr/>
              <p14:nvPr/>
            </p14:nvContentPartPr>
            <p14:xfrm>
              <a:off x="8988425" y="4037330"/>
              <a:ext cx="381635" cy="528955"/>
            </p14:xfrm>
          </p:contentPart>
        </mc:Choice>
        <mc:Fallback xmlns="">
          <p:pic>
            <p:nvPicPr>
              <p:cNvPr id="65" name="墨迹 64"/>
            </p:nvPicPr>
            <p:blipFill>
              <a:blip r:embed="rId50"/>
            </p:blipFill>
            <p:spPr>
              <a:xfrm>
                <a:off x="8988425" y="4037330"/>
                <a:ext cx="381635" cy="5289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" p14:bwMode="auto">
            <p14:nvContentPartPr>
              <p14:cNvPr id="66" name="墨迹 65"/>
              <p14:cNvContentPartPr/>
              <p14:nvPr/>
            </p14:nvContentPartPr>
            <p14:xfrm>
              <a:off x="8744585" y="3924300"/>
              <a:ext cx="853440" cy="629920"/>
            </p14:xfrm>
          </p:contentPart>
        </mc:Choice>
        <mc:Fallback xmlns="">
          <p:pic>
            <p:nvPicPr>
              <p:cNvPr id="66" name="墨迹 65"/>
            </p:nvPicPr>
            <p:blipFill>
              <a:blip r:embed="rId52"/>
            </p:blipFill>
            <p:spPr>
              <a:xfrm>
                <a:off x="8744585" y="3924300"/>
                <a:ext cx="853440" cy="6299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" p14:bwMode="auto">
            <p14:nvContentPartPr>
              <p14:cNvPr id="67" name="墨迹 66"/>
              <p14:cNvContentPartPr/>
              <p14:nvPr/>
            </p14:nvContentPartPr>
            <p14:xfrm>
              <a:off x="9690100" y="4093210"/>
              <a:ext cx="626745" cy="443230"/>
            </p14:xfrm>
          </p:contentPart>
        </mc:Choice>
        <mc:Fallback xmlns="">
          <p:pic>
            <p:nvPicPr>
              <p:cNvPr id="67" name="墨迹 66"/>
            </p:nvPicPr>
            <p:blipFill>
              <a:blip r:embed="rId54"/>
            </p:blipFill>
            <p:spPr>
              <a:xfrm>
                <a:off x="9690100" y="4093210"/>
                <a:ext cx="626745" cy="4432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5" p14:bwMode="auto">
            <p14:nvContentPartPr>
              <p14:cNvPr id="68" name="墨迹 67"/>
              <p14:cNvContentPartPr/>
              <p14:nvPr/>
            </p14:nvContentPartPr>
            <p14:xfrm>
              <a:off x="10372725" y="3984625"/>
              <a:ext cx="1141730" cy="561975"/>
            </p14:xfrm>
          </p:contentPart>
        </mc:Choice>
        <mc:Fallback xmlns="">
          <p:pic>
            <p:nvPicPr>
              <p:cNvPr id="68" name="墨迹 67"/>
            </p:nvPicPr>
            <p:blipFill>
              <a:blip r:embed="rId56"/>
            </p:blipFill>
            <p:spPr>
              <a:xfrm>
                <a:off x="10372725" y="3984625"/>
                <a:ext cx="1141730" cy="5619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7" p14:bwMode="auto">
            <p14:nvContentPartPr>
              <p14:cNvPr id="69" name="墨迹 68"/>
              <p14:cNvContentPartPr/>
              <p14:nvPr/>
            </p14:nvContentPartPr>
            <p14:xfrm>
              <a:off x="7614285" y="5264150"/>
              <a:ext cx="553720" cy="410845"/>
            </p14:xfrm>
          </p:contentPart>
        </mc:Choice>
        <mc:Fallback xmlns="">
          <p:pic>
            <p:nvPicPr>
              <p:cNvPr id="69" name="墨迹 68"/>
            </p:nvPicPr>
            <p:blipFill>
              <a:blip r:embed="rId58"/>
            </p:blipFill>
            <p:spPr>
              <a:xfrm>
                <a:off x="7614285" y="5264150"/>
                <a:ext cx="553720" cy="4108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9" p14:bwMode="auto">
            <p14:nvContentPartPr>
              <p14:cNvPr id="70" name="墨迹 69"/>
              <p14:cNvContentPartPr/>
              <p14:nvPr/>
            </p14:nvContentPartPr>
            <p14:xfrm>
              <a:off x="8236585" y="5214620"/>
              <a:ext cx="440055" cy="308610"/>
            </p14:xfrm>
          </p:contentPart>
        </mc:Choice>
        <mc:Fallback xmlns="">
          <p:pic>
            <p:nvPicPr>
              <p:cNvPr id="70" name="墨迹 69"/>
            </p:nvPicPr>
            <p:blipFill>
              <a:blip r:embed="rId60"/>
            </p:blipFill>
            <p:spPr>
              <a:xfrm>
                <a:off x="8236585" y="5214620"/>
                <a:ext cx="440055" cy="3086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1" p14:bwMode="auto">
            <p14:nvContentPartPr>
              <p14:cNvPr id="71" name="墨迹 70"/>
              <p14:cNvContentPartPr/>
              <p14:nvPr/>
            </p14:nvContentPartPr>
            <p14:xfrm>
              <a:off x="8904605" y="4671695"/>
              <a:ext cx="255270" cy="824230"/>
            </p14:xfrm>
          </p:contentPart>
        </mc:Choice>
        <mc:Fallback xmlns="">
          <p:pic>
            <p:nvPicPr>
              <p:cNvPr id="71" name="墨迹 70"/>
            </p:nvPicPr>
            <p:blipFill>
              <a:blip r:embed="rId62"/>
            </p:blipFill>
            <p:spPr>
              <a:xfrm>
                <a:off x="8904605" y="4671695"/>
                <a:ext cx="255270" cy="8242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3" p14:bwMode="auto">
            <p14:nvContentPartPr>
              <p14:cNvPr id="72" name="墨迹 71"/>
              <p14:cNvContentPartPr/>
              <p14:nvPr/>
            </p14:nvContentPartPr>
            <p14:xfrm>
              <a:off x="9357360" y="5158105"/>
              <a:ext cx="225425" cy="329565"/>
            </p14:xfrm>
          </p:contentPart>
        </mc:Choice>
        <mc:Fallback xmlns="">
          <p:pic>
            <p:nvPicPr>
              <p:cNvPr id="72" name="墨迹 71"/>
            </p:nvPicPr>
            <p:blipFill>
              <a:blip r:embed="rId64"/>
            </p:blipFill>
            <p:spPr>
              <a:xfrm>
                <a:off x="9357360" y="5158105"/>
                <a:ext cx="225425" cy="3295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5" p14:bwMode="auto">
            <p14:nvContentPartPr>
              <p14:cNvPr id="73" name="墨迹 72"/>
              <p14:cNvContentPartPr/>
              <p14:nvPr/>
            </p14:nvContentPartPr>
            <p14:xfrm>
              <a:off x="9809480" y="5109845"/>
              <a:ext cx="189865" cy="386080"/>
            </p14:xfrm>
          </p:contentPart>
        </mc:Choice>
        <mc:Fallback xmlns="">
          <p:pic>
            <p:nvPicPr>
              <p:cNvPr id="73" name="墨迹 72"/>
            </p:nvPicPr>
            <p:blipFill>
              <a:blip r:embed="rId66"/>
            </p:blipFill>
            <p:spPr>
              <a:xfrm>
                <a:off x="9809480" y="5109845"/>
                <a:ext cx="189865" cy="386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7" p14:bwMode="auto">
            <p14:nvContentPartPr>
              <p14:cNvPr id="74" name="墨迹 73"/>
              <p14:cNvContentPartPr/>
              <p14:nvPr/>
            </p14:nvContentPartPr>
            <p14:xfrm>
              <a:off x="10133330" y="5080000"/>
              <a:ext cx="509270" cy="433070"/>
            </p14:xfrm>
          </p:contentPart>
        </mc:Choice>
        <mc:Fallback xmlns="">
          <p:pic>
            <p:nvPicPr>
              <p:cNvPr id="74" name="墨迹 73"/>
            </p:nvPicPr>
            <p:blipFill>
              <a:blip r:embed="rId68"/>
            </p:blipFill>
            <p:spPr>
              <a:xfrm>
                <a:off x="10133330" y="5080000"/>
                <a:ext cx="509270" cy="4330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9" p14:bwMode="auto">
            <p14:nvContentPartPr>
              <p14:cNvPr id="75" name="墨迹 74"/>
              <p14:cNvContentPartPr/>
              <p14:nvPr/>
            </p14:nvContentPartPr>
            <p14:xfrm>
              <a:off x="11175365" y="4879975"/>
              <a:ext cx="136525" cy="659130"/>
            </p14:xfrm>
          </p:contentPart>
        </mc:Choice>
        <mc:Fallback xmlns="">
          <p:pic>
            <p:nvPicPr>
              <p:cNvPr id="75" name="墨迹 74"/>
            </p:nvPicPr>
            <p:blipFill>
              <a:blip r:embed="rId70"/>
            </p:blipFill>
            <p:spPr>
              <a:xfrm>
                <a:off x="11175365" y="4879975"/>
                <a:ext cx="136525" cy="6591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1" p14:bwMode="auto">
            <p14:nvContentPartPr>
              <p14:cNvPr id="76" name="墨迹 75"/>
              <p14:cNvContentPartPr/>
              <p14:nvPr/>
            </p14:nvContentPartPr>
            <p14:xfrm>
              <a:off x="11713210" y="4937125"/>
              <a:ext cx="347345" cy="833120"/>
            </p14:xfrm>
          </p:contentPart>
        </mc:Choice>
        <mc:Fallback xmlns="">
          <p:pic>
            <p:nvPicPr>
              <p:cNvPr id="76" name="墨迹 75"/>
            </p:nvPicPr>
            <p:blipFill>
              <a:blip r:embed="rId72"/>
            </p:blipFill>
            <p:spPr>
              <a:xfrm>
                <a:off x="11713210" y="4937125"/>
                <a:ext cx="347345" cy="83312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In one Reduce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（）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endPara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0102|Apple|time1</a:t>
            </a:r>
            <a:r>
              <a:rPr lang="zh-CN" altLang="en-US">
                <a:solidFill>
                  <a:schemeClr val="bg1"/>
                </a:solidFill>
              </a:rPr>
              <a:t>），</a:t>
            </a:r>
            <a:endParaRPr lang="zh-CN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0102|Apple|time2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），</a:t>
            </a:r>
            <a:endParaRPr lang="zh-CN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                       ……</a:t>
            </a:r>
            <a:endParaRPr lang="en-US" altLang="zh-CN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0102|Apple|time14399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），</a:t>
            </a:r>
            <a:endParaRPr lang="en-US" altLang="zh-CN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0102|Apple|time14400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），</a:t>
            </a:r>
            <a:endParaRPr lang="zh-CN" altLang="en-US">
              <a:solidFill>
                <a:schemeClr val="bg1"/>
              </a:solidFill>
              <a:sym typeface="+mn-ea"/>
            </a:endParaRP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5" name="图片 4" descr="pngtree-treasure-box-decoration-cartoon-illustration-png-image_465837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6900" y="1547495"/>
            <a:ext cx="941705" cy="941705"/>
          </a:xfrm>
          <a:prstGeom prst="rect">
            <a:avLst/>
          </a:prstGeom>
        </p:spPr>
      </p:pic>
      <p:pic>
        <p:nvPicPr>
          <p:cNvPr id="6" name="图片 5" descr="pngtree-treasure-box-decoration-cartoon-illustration-png-image_465837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420000">
            <a:off x="4430395" y="2185035"/>
            <a:ext cx="926465" cy="926465"/>
          </a:xfrm>
          <a:prstGeom prst="rect">
            <a:avLst/>
          </a:prstGeom>
        </p:spPr>
      </p:pic>
      <p:pic>
        <p:nvPicPr>
          <p:cNvPr id="7" name="图片 6" descr="pngtree-treasure-box-decoration-cartoon-illustration-png-image_465837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7625" y="3194685"/>
            <a:ext cx="838835" cy="838835"/>
          </a:xfrm>
          <a:prstGeom prst="rect">
            <a:avLst/>
          </a:prstGeom>
        </p:spPr>
      </p:pic>
      <p:pic>
        <p:nvPicPr>
          <p:cNvPr id="8" name="图片 7" descr="pngtree-treasure-box-decoration-cartoon-illustration-png-image_465837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950" y="3787140"/>
            <a:ext cx="855345" cy="8553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4" name="墨迹 3"/>
              <p14:cNvContentPartPr/>
              <p14:nvPr/>
            </p14:nvContentPartPr>
            <p14:xfrm>
              <a:off x="2030730" y="895350"/>
              <a:ext cx="635" cy="63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3"/>
            </p:blipFill>
            <p:spPr>
              <a:xfrm>
                <a:off x="2030730" y="895350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In one Reduce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（）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endPara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0102|Apple|time1</a:t>
            </a:r>
            <a:r>
              <a:rPr lang="zh-CN" altLang="en-US">
                <a:solidFill>
                  <a:schemeClr val="bg1"/>
                </a:solidFill>
              </a:rPr>
              <a:t>），</a:t>
            </a:r>
            <a:endParaRPr lang="zh-CN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0102|Apple|time2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），</a:t>
            </a:r>
            <a:endParaRPr lang="zh-CN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                       ……</a:t>
            </a:r>
            <a:endParaRPr lang="en-US" altLang="zh-CN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0102|Apple|time14399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），</a:t>
            </a:r>
            <a:endParaRPr lang="en-US" altLang="zh-CN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0102|Apple|time14400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），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5" name="图片 4" descr="pngtree-treasure-box-decoration-cartoon-illustration-png-image_465837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6900" y="1547495"/>
            <a:ext cx="941705" cy="941705"/>
          </a:xfrm>
          <a:prstGeom prst="rect">
            <a:avLst/>
          </a:prstGeom>
        </p:spPr>
      </p:pic>
      <p:pic>
        <p:nvPicPr>
          <p:cNvPr id="6" name="图片 5" descr="pngtree-treasure-box-decoration-cartoon-illustration-png-image_465837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420000">
            <a:off x="4430395" y="2185035"/>
            <a:ext cx="926465" cy="926465"/>
          </a:xfrm>
          <a:prstGeom prst="rect">
            <a:avLst/>
          </a:prstGeom>
        </p:spPr>
      </p:pic>
      <p:pic>
        <p:nvPicPr>
          <p:cNvPr id="7" name="图片 6" descr="pngtree-treasure-box-decoration-cartoon-illustration-png-image_465837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7625" y="3194685"/>
            <a:ext cx="838835" cy="838835"/>
          </a:xfrm>
          <a:prstGeom prst="rect">
            <a:avLst/>
          </a:prstGeom>
        </p:spPr>
      </p:pic>
      <p:pic>
        <p:nvPicPr>
          <p:cNvPr id="8" name="图片 7" descr="pngtree-treasure-box-decoration-cartoon-illustration-png-image_465837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950" y="3787140"/>
            <a:ext cx="855345" cy="8553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4" name="墨迹 3"/>
              <p14:cNvContentPartPr/>
              <p14:nvPr/>
            </p14:nvContentPartPr>
            <p14:xfrm>
              <a:off x="6168390" y="2830195"/>
              <a:ext cx="741045" cy="4572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3"/>
            </p:blipFill>
            <p:spPr>
              <a:xfrm>
                <a:off x="6168390" y="2830195"/>
                <a:ext cx="741045" cy="457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9" name="墨迹 8"/>
              <p14:cNvContentPartPr/>
              <p14:nvPr/>
            </p14:nvContentPartPr>
            <p14:xfrm>
              <a:off x="6091555" y="3260090"/>
              <a:ext cx="742950" cy="6858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5"/>
            </p:blipFill>
            <p:spPr>
              <a:xfrm>
                <a:off x="6091555" y="3260090"/>
                <a:ext cx="742950" cy="685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10" name="墨迹 9"/>
              <p14:cNvContentPartPr/>
              <p14:nvPr/>
            </p14:nvContentPartPr>
            <p14:xfrm>
              <a:off x="6637655" y="2485390"/>
              <a:ext cx="422275" cy="109918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7"/>
            </p:blipFill>
            <p:spPr>
              <a:xfrm>
                <a:off x="6637655" y="2485390"/>
                <a:ext cx="422275" cy="1099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8" name="墨迹 27"/>
              <p14:cNvContentPartPr/>
              <p14:nvPr/>
            </p14:nvContentPartPr>
            <p14:xfrm>
              <a:off x="7754620" y="2341880"/>
              <a:ext cx="348615" cy="137223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9"/>
            </p:blipFill>
            <p:spPr>
              <a:xfrm>
                <a:off x="7754620" y="2341880"/>
                <a:ext cx="348615" cy="13722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29" name="墨迹 28"/>
              <p14:cNvContentPartPr/>
              <p14:nvPr/>
            </p14:nvContentPartPr>
            <p14:xfrm>
              <a:off x="7422515" y="3050540"/>
              <a:ext cx="494030" cy="4826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11"/>
            </p:blipFill>
            <p:spPr>
              <a:xfrm>
                <a:off x="7422515" y="3050540"/>
                <a:ext cx="494030" cy="482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30" name="墨迹 29"/>
              <p14:cNvContentPartPr/>
              <p14:nvPr/>
            </p14:nvContentPartPr>
            <p14:xfrm>
              <a:off x="8054340" y="2897505"/>
              <a:ext cx="222250" cy="338455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13"/>
            </p:blipFill>
            <p:spPr>
              <a:xfrm>
                <a:off x="8054340" y="2897505"/>
                <a:ext cx="222250" cy="3384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35" name="墨迹 34"/>
              <p14:cNvContentPartPr/>
              <p14:nvPr/>
            </p14:nvContentPartPr>
            <p14:xfrm>
              <a:off x="8495030" y="2983230"/>
              <a:ext cx="259715" cy="269875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15"/>
            </p:blipFill>
            <p:spPr>
              <a:xfrm>
                <a:off x="8495030" y="2983230"/>
                <a:ext cx="259715" cy="2698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36" name="墨迹 35"/>
              <p14:cNvContentPartPr/>
              <p14:nvPr/>
            </p14:nvContentPartPr>
            <p14:xfrm>
              <a:off x="9213850" y="2619375"/>
              <a:ext cx="115570" cy="671195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17"/>
            </p:blipFill>
            <p:spPr>
              <a:xfrm>
                <a:off x="9213850" y="2619375"/>
                <a:ext cx="115570" cy="6711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37" name="墨迹 36"/>
              <p14:cNvContentPartPr/>
              <p14:nvPr/>
            </p14:nvContentPartPr>
            <p14:xfrm>
              <a:off x="8907145" y="2926080"/>
              <a:ext cx="427990" cy="57785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19"/>
            </p:blipFill>
            <p:spPr>
              <a:xfrm>
                <a:off x="8907145" y="2926080"/>
                <a:ext cx="427990" cy="577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38" name="墨迹 37"/>
              <p14:cNvContentPartPr/>
              <p14:nvPr/>
            </p14:nvContentPartPr>
            <p14:xfrm>
              <a:off x="9471660" y="2993390"/>
              <a:ext cx="175895" cy="280035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21"/>
            </p:blipFill>
            <p:spPr>
              <a:xfrm>
                <a:off x="9471660" y="2993390"/>
                <a:ext cx="175895" cy="2800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39" name="墨迹 38"/>
              <p14:cNvContentPartPr/>
              <p14:nvPr/>
            </p14:nvContentPartPr>
            <p14:xfrm>
              <a:off x="9855200" y="2945130"/>
              <a:ext cx="316230" cy="292735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23"/>
            </p:blipFill>
            <p:spPr>
              <a:xfrm>
                <a:off x="9855200" y="2945130"/>
                <a:ext cx="316230" cy="292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40" name="墨迹 39"/>
              <p14:cNvContentPartPr/>
              <p14:nvPr/>
            </p14:nvContentPartPr>
            <p14:xfrm>
              <a:off x="10457815" y="2878455"/>
              <a:ext cx="212725" cy="459740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25"/>
            </p:blipFill>
            <p:spPr>
              <a:xfrm>
                <a:off x="10457815" y="2878455"/>
                <a:ext cx="212725" cy="45974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18770" y="292735"/>
            <a:ext cx="6424295" cy="766445"/>
          </a:xfrm>
        </p:spPr>
        <p:txBody>
          <a:bodyPr>
            <a:normAutofit fontScale="90000"/>
          </a:bodyPr>
          <a:p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Outputs are a bunch of Text</a:t>
            </a:r>
            <a:r>
              <a:rPr lang="zh-CN" altLang="en-US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zh-CN" altLang="en-US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0330" y="4518343"/>
            <a:ext cx="9144000" cy="1655762"/>
          </a:xfrm>
        </p:spPr>
        <p:txBody>
          <a:bodyPr>
            <a:normAutofit lnSpcReduction="20000"/>
          </a:bodyPr>
          <a:p>
            <a:r>
              <a:rPr lang="zh-CN" altLang="en-US">
                <a:solidFill>
                  <a:schemeClr val="tx1"/>
                </a:solidFill>
                <a:sym typeface="+mn-ea"/>
              </a:rPr>
              <a:t>它是哪支股票的记录已不再重要。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zh-CN" altLang="en-US">
                <a:solidFill>
                  <a:schemeClr val="tx1"/>
                </a:solidFill>
                <a:sym typeface="+mn-ea"/>
              </a:rPr>
              <a:t>只需将它与其他的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“0102|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时刻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1”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），（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Factor_record......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zh-CN" altLang="en-US">
                <a:solidFill>
                  <a:schemeClr val="tx1"/>
                </a:solidFill>
              </a:rPr>
              <a:t>加起来求平均就行。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0" y="1285875"/>
            <a:ext cx="7959725" cy="22288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>
                <a:solidFill>
                  <a:schemeClr val="bg1"/>
                </a:solidFill>
              </a:rPr>
              <a:t>（</a:t>
            </a:r>
            <a:r>
              <a:rPr lang="en-US" altLang="zh-CN" sz="3200">
                <a:solidFill>
                  <a:schemeClr val="bg1"/>
                </a:solidFill>
              </a:rPr>
              <a:t>“0102|time1”</a:t>
            </a:r>
            <a:r>
              <a:rPr lang="zh-CN" altLang="en-US" sz="3200">
                <a:solidFill>
                  <a:schemeClr val="bg1"/>
                </a:solidFill>
              </a:rPr>
              <a:t>），（</a:t>
            </a:r>
            <a:r>
              <a:rPr lang="en-US" altLang="zh-CN" sz="3200">
                <a:solidFill>
                  <a:schemeClr val="bg1"/>
                </a:solidFill>
              </a:rPr>
              <a:t> Factor_record......</a:t>
            </a:r>
            <a:r>
              <a:rPr lang="zh-CN" altLang="en-US" sz="3200">
                <a:solidFill>
                  <a:schemeClr val="bg1"/>
                </a:solidFill>
              </a:rPr>
              <a:t>）</a:t>
            </a:r>
            <a:endParaRPr lang="en-US" altLang="zh-CN" sz="3200">
              <a:solidFill>
                <a:schemeClr val="bg1"/>
              </a:solidFill>
            </a:endParaRPr>
          </a:p>
          <a:p>
            <a:r>
              <a:rPr lang="zh-CN" altLang="en-US" sz="3200">
                <a:solidFill>
                  <a:schemeClr val="bg1"/>
                </a:solidFill>
              </a:rPr>
              <a:t>（</a:t>
            </a:r>
            <a:r>
              <a:rPr lang="en-US" altLang="zh-CN" sz="3200">
                <a:solidFill>
                  <a:schemeClr val="bg1"/>
                </a:solidFill>
              </a:rPr>
              <a:t>“0102|time2”</a:t>
            </a:r>
            <a:r>
              <a:rPr lang="zh-CN" altLang="en-US" sz="3200">
                <a:solidFill>
                  <a:schemeClr val="bg1"/>
                </a:solidFill>
              </a:rPr>
              <a:t>），（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Factor_record......</a:t>
            </a:r>
            <a:r>
              <a:rPr lang="zh-CN" altLang="en-US" sz="3200">
                <a:solidFill>
                  <a:schemeClr val="bg1"/>
                </a:solidFill>
              </a:rPr>
              <a:t>）</a:t>
            </a:r>
            <a:endParaRPr lang="zh-CN" altLang="en-US" sz="3200">
              <a:solidFill>
                <a:schemeClr val="bg1"/>
              </a:solidFill>
            </a:endParaRPr>
          </a:p>
          <a:p>
            <a:r>
              <a:rPr lang="en-US" altLang="zh-CN" sz="3200">
                <a:solidFill>
                  <a:schemeClr val="bg1"/>
                </a:solidFill>
              </a:rPr>
              <a:t>   (“0102|time3”</a:t>
            </a:r>
            <a:r>
              <a:rPr lang="zh-CN" altLang="en-US" sz="3200">
                <a:solidFill>
                  <a:schemeClr val="bg1"/>
                </a:solidFill>
              </a:rPr>
              <a:t>），（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Factor_record......</a:t>
            </a:r>
            <a:r>
              <a:rPr lang="zh-CN" altLang="en-US" sz="3200">
                <a:solidFill>
                  <a:schemeClr val="bg1"/>
                </a:solidFill>
              </a:rPr>
              <a:t>）</a:t>
            </a:r>
            <a:endParaRPr lang="zh-CN" altLang="en-US" sz="3200">
              <a:solidFill>
                <a:schemeClr val="bg1"/>
              </a:solidFill>
            </a:endParaRPr>
          </a:p>
          <a:p>
            <a:r>
              <a:rPr lang="en-US" altLang="zh-CN" sz="3200">
                <a:solidFill>
                  <a:schemeClr val="bg1"/>
                </a:solidFill>
              </a:rPr>
              <a:t>……</a:t>
            </a:r>
            <a:endParaRPr lang="en-US" altLang="zh-CN" sz="32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7" name="墨迹 6"/>
              <p14:cNvContentPartPr/>
              <p14:nvPr/>
            </p14:nvContentPartPr>
            <p14:xfrm>
              <a:off x="10059670" y="2258060"/>
              <a:ext cx="635" cy="63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2"/>
            </p:blipFill>
            <p:spPr>
              <a:xfrm>
                <a:off x="10059670" y="225806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4" name="墨迹 13"/>
              <p14:cNvContentPartPr/>
              <p14:nvPr/>
            </p14:nvContentPartPr>
            <p14:xfrm>
              <a:off x="3755390" y="1947545"/>
              <a:ext cx="635" cy="63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4"/>
            </p:blipFill>
            <p:spPr>
              <a:xfrm>
                <a:off x="3755390" y="194754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55" name="墨迹 54"/>
              <p14:cNvContentPartPr/>
              <p14:nvPr/>
            </p14:nvContentPartPr>
            <p14:xfrm>
              <a:off x="8982075" y="2322195"/>
              <a:ext cx="635" cy="635"/>
            </p14:xfrm>
          </p:contentPart>
        </mc:Choice>
        <mc:Fallback xmlns="">
          <p:pic>
            <p:nvPicPr>
              <p:cNvPr id="55" name="墨迹 54"/>
            </p:nvPicPr>
            <p:blipFill>
              <a:blip r:embed="rId2"/>
            </p:blipFill>
            <p:spPr>
              <a:xfrm>
                <a:off x="8982075" y="2322195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18770" y="292735"/>
            <a:ext cx="6424295" cy="766445"/>
          </a:xfrm>
        </p:spPr>
        <p:txBody>
          <a:bodyPr>
            <a:normAutofit fontScale="90000"/>
          </a:bodyPr>
          <a:p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Outputs are a bunch of Text</a:t>
            </a:r>
            <a:r>
              <a:rPr lang="zh-CN" altLang="en-US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zh-CN" altLang="en-US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0330" y="4518343"/>
            <a:ext cx="9144000" cy="1655762"/>
          </a:xfrm>
        </p:spPr>
        <p:txBody>
          <a:bodyPr>
            <a:normAutofit lnSpcReduction="20000"/>
          </a:bodyPr>
          <a:p>
            <a:r>
              <a:rPr lang="en-US" altLang="zh-CN">
                <a:solidFill>
                  <a:schemeClr val="bg1"/>
                </a:solidFill>
              </a:rPr>
              <a:t>It no longer matters which stock's record it is.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Just add it to the others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("0102|time 1"), (Factor_record......)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and average them.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0" y="1285875"/>
            <a:ext cx="7959725" cy="22288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>
                <a:solidFill>
                  <a:schemeClr val="bg1"/>
                </a:solidFill>
              </a:rPr>
              <a:t>（</a:t>
            </a:r>
            <a:r>
              <a:rPr lang="en-US" altLang="zh-CN" sz="3200">
                <a:solidFill>
                  <a:schemeClr val="bg1"/>
                </a:solidFill>
              </a:rPr>
              <a:t>“0102|time1”</a:t>
            </a:r>
            <a:r>
              <a:rPr lang="zh-CN" altLang="en-US" sz="3200">
                <a:solidFill>
                  <a:schemeClr val="bg1"/>
                </a:solidFill>
              </a:rPr>
              <a:t>），（</a:t>
            </a:r>
            <a:r>
              <a:rPr lang="en-US" altLang="zh-CN" sz="3200">
                <a:solidFill>
                  <a:schemeClr val="bg1"/>
                </a:solidFill>
              </a:rPr>
              <a:t> Factor_record......</a:t>
            </a:r>
            <a:r>
              <a:rPr lang="zh-CN" altLang="en-US" sz="3200">
                <a:solidFill>
                  <a:schemeClr val="bg1"/>
                </a:solidFill>
              </a:rPr>
              <a:t>）</a:t>
            </a:r>
            <a:endParaRPr lang="en-US" altLang="zh-CN" sz="3200">
              <a:solidFill>
                <a:schemeClr val="bg1"/>
              </a:solidFill>
            </a:endParaRPr>
          </a:p>
          <a:p>
            <a:r>
              <a:rPr lang="zh-CN" altLang="en-US" sz="3200">
                <a:solidFill>
                  <a:schemeClr val="bg1"/>
                </a:solidFill>
              </a:rPr>
              <a:t>（</a:t>
            </a:r>
            <a:r>
              <a:rPr lang="en-US" altLang="zh-CN" sz="3200">
                <a:solidFill>
                  <a:schemeClr val="bg1"/>
                </a:solidFill>
              </a:rPr>
              <a:t>“0102|time2”</a:t>
            </a:r>
            <a:r>
              <a:rPr lang="zh-CN" altLang="en-US" sz="3200">
                <a:solidFill>
                  <a:schemeClr val="bg1"/>
                </a:solidFill>
              </a:rPr>
              <a:t>），（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Factor_record......</a:t>
            </a:r>
            <a:r>
              <a:rPr lang="zh-CN" altLang="en-US" sz="3200">
                <a:solidFill>
                  <a:schemeClr val="bg1"/>
                </a:solidFill>
              </a:rPr>
              <a:t>）</a:t>
            </a:r>
            <a:endParaRPr lang="zh-CN" altLang="en-US" sz="3200">
              <a:solidFill>
                <a:schemeClr val="bg1"/>
              </a:solidFill>
            </a:endParaRPr>
          </a:p>
          <a:p>
            <a:r>
              <a:rPr lang="en-US" altLang="zh-CN" sz="3200">
                <a:solidFill>
                  <a:schemeClr val="bg1"/>
                </a:solidFill>
              </a:rPr>
              <a:t>   (“0102|time3”</a:t>
            </a:r>
            <a:r>
              <a:rPr lang="zh-CN" altLang="en-US" sz="3200">
                <a:solidFill>
                  <a:schemeClr val="bg1"/>
                </a:solidFill>
              </a:rPr>
              <a:t>），（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Factor_record......</a:t>
            </a:r>
            <a:r>
              <a:rPr lang="zh-CN" altLang="en-US" sz="3200">
                <a:solidFill>
                  <a:schemeClr val="bg1"/>
                </a:solidFill>
              </a:rPr>
              <a:t>）</a:t>
            </a:r>
            <a:endParaRPr lang="zh-CN" altLang="en-US" sz="3200">
              <a:solidFill>
                <a:schemeClr val="bg1"/>
              </a:solidFill>
            </a:endParaRPr>
          </a:p>
          <a:p>
            <a:r>
              <a:rPr lang="en-US" altLang="zh-CN" sz="3200">
                <a:solidFill>
                  <a:schemeClr val="bg1"/>
                </a:solidFill>
              </a:rPr>
              <a:t>……</a:t>
            </a:r>
            <a:endParaRPr lang="en-US" altLang="zh-CN" sz="32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7" name="墨迹 6"/>
              <p14:cNvContentPartPr/>
              <p14:nvPr/>
            </p14:nvContentPartPr>
            <p14:xfrm>
              <a:off x="10059670" y="2258060"/>
              <a:ext cx="635" cy="63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2"/>
            </p:blipFill>
            <p:spPr>
              <a:xfrm>
                <a:off x="10059670" y="225806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4" name="墨迹 13"/>
              <p14:cNvContentPartPr/>
              <p14:nvPr/>
            </p14:nvContentPartPr>
            <p14:xfrm>
              <a:off x="3755390" y="1947545"/>
              <a:ext cx="635" cy="63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4"/>
            </p:blipFill>
            <p:spPr>
              <a:xfrm>
                <a:off x="3755390" y="194754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55" name="墨迹 54"/>
              <p14:cNvContentPartPr/>
              <p14:nvPr/>
            </p14:nvContentPartPr>
            <p14:xfrm>
              <a:off x="8982075" y="2322195"/>
              <a:ext cx="635" cy="635"/>
            </p14:xfrm>
          </p:contentPart>
        </mc:Choice>
        <mc:Fallback xmlns="">
          <p:pic>
            <p:nvPicPr>
              <p:cNvPr id="55" name="墨迹 54"/>
            </p:nvPicPr>
            <p:blipFill>
              <a:blip r:embed="rId2"/>
            </p:blipFill>
            <p:spPr>
              <a:xfrm>
                <a:off x="8982075" y="232219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9" name="墨迹 8"/>
              <p14:cNvContentPartPr/>
              <p14:nvPr/>
            </p14:nvContentPartPr>
            <p14:xfrm>
              <a:off x="2290445" y="1695450"/>
              <a:ext cx="6480175" cy="332168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7"/>
            </p:blipFill>
            <p:spPr>
              <a:xfrm>
                <a:off x="2290445" y="1695450"/>
                <a:ext cx="6480175" cy="33216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10" name="墨迹 9"/>
              <p14:cNvContentPartPr/>
              <p14:nvPr/>
            </p14:nvContentPartPr>
            <p14:xfrm>
              <a:off x="2555240" y="4819650"/>
              <a:ext cx="223520" cy="34290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9"/>
            </p:blipFill>
            <p:spPr>
              <a:xfrm>
                <a:off x="2555240" y="4819650"/>
                <a:ext cx="223520" cy="3429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74980" y="292735"/>
            <a:ext cx="7959725" cy="766445"/>
          </a:xfrm>
        </p:spPr>
        <p:txBody>
          <a:bodyPr>
            <a:normAutofit fontScale="90000"/>
          </a:bodyPr>
          <a:p>
            <a:r>
              <a:rPr lang="en-US" altLang="zh-CN" sz="4000">
                <a:solidFill>
                  <a:schemeClr val="bg1"/>
                </a:solidFill>
              </a:rPr>
              <a:t>The second MapReduce process received:</a:t>
            </a:r>
            <a:r>
              <a:rPr lang="zh-CN" altLang="en-US" sz="4000">
                <a:solidFill>
                  <a:schemeClr val="tx1"/>
                </a:solidFill>
              </a:rPr>
              <a:t>：</a:t>
            </a:r>
            <a:endParaRPr lang="zh-CN" altLang="en-US" sz="4000">
              <a:solidFill>
                <a:schemeClr val="tx1"/>
              </a:solidFill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0" y="1206500"/>
            <a:ext cx="7959725" cy="3036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“</a:t>
            </a:r>
            <a:r>
              <a:rPr lang="en-US" altLang="zh-CN" sz="3200">
                <a:solidFill>
                  <a:schemeClr val="accent2">
                    <a:lumMod val="40000"/>
                    <a:lumOff val="60000"/>
                  </a:schemeClr>
                </a:solidFill>
                <a:sym typeface="+mn-ea"/>
              </a:rPr>
              <a:t>0102|time</a:t>
            </a:r>
            <a:r>
              <a:rPr lang="en-US" altLang="zh-CN" sz="3200">
                <a:solidFill>
                  <a:schemeClr val="accent2">
                    <a:lumMod val="40000"/>
                    <a:lumOff val="60000"/>
                  </a:schemeClr>
                </a:solidFill>
                <a:sym typeface="+mn-ea"/>
              </a:rPr>
              <a:t>1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”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 Factor_record......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</a:t>
            </a:r>
            <a:endParaRPr lang="en-US" altLang="zh-CN" sz="3200">
              <a:solidFill>
                <a:schemeClr val="bg1"/>
              </a:solidFill>
            </a:endParaRPr>
          </a:p>
          <a:p>
            <a:r>
              <a:rPr lang="zh-CN" altLang="en-US" sz="320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“</a:t>
            </a:r>
            <a:r>
              <a:rPr lang="en-US" altLang="zh-CN" sz="3200">
                <a:solidFill>
                  <a:srgbClr val="00B0F0"/>
                </a:solidFill>
                <a:sym typeface="+mn-ea"/>
              </a:rPr>
              <a:t>0102|time2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”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Factor_record......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  <a:p>
            <a:r>
              <a:rPr lang="zh-CN" altLang="en-US" sz="320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“</a:t>
            </a:r>
            <a:r>
              <a:rPr lang="en-US" altLang="zh-CN" sz="3200">
                <a:solidFill>
                  <a:schemeClr val="accent2">
                    <a:lumMod val="40000"/>
                    <a:lumOff val="60000"/>
                  </a:schemeClr>
                </a:solidFill>
                <a:sym typeface="+mn-ea"/>
              </a:rPr>
              <a:t>0102|time</a:t>
            </a:r>
            <a:r>
              <a:rPr lang="en-US" altLang="zh-CN" sz="3200">
                <a:solidFill>
                  <a:schemeClr val="accent2">
                    <a:lumMod val="40000"/>
                    <a:lumOff val="60000"/>
                  </a:schemeClr>
                </a:solidFill>
                <a:sym typeface="+mn-ea"/>
              </a:rPr>
              <a:t>1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”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 Factor_record......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</a:t>
            </a:r>
            <a:endParaRPr lang="zh-CN" altLang="en-US" sz="3200">
              <a:solidFill>
                <a:schemeClr val="bg1"/>
              </a:solidFill>
            </a:endParaRPr>
          </a:p>
          <a:p>
            <a:r>
              <a:rPr lang="en-US" altLang="zh-CN" sz="3200">
                <a:solidFill>
                  <a:schemeClr val="bg1"/>
                </a:solidFill>
                <a:sym typeface="+mn-ea"/>
              </a:rPr>
              <a:t>   (“</a:t>
            </a:r>
            <a:r>
              <a:rPr lang="en-US" altLang="zh-CN" sz="3200">
                <a:solidFill>
                  <a:schemeClr val="accent4"/>
                </a:solidFill>
                <a:sym typeface="+mn-ea"/>
              </a:rPr>
              <a:t>0102|time</a:t>
            </a:r>
            <a:r>
              <a:rPr lang="en-US" altLang="zh-CN" sz="3200">
                <a:solidFill>
                  <a:srgbClr val="92D050"/>
                </a:solidFill>
                <a:sym typeface="+mn-ea"/>
              </a:rPr>
              <a:t>3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”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Factor_record......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  <a:p>
            <a:r>
              <a:rPr lang="zh-CN" altLang="en-US" sz="320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“</a:t>
            </a:r>
            <a:r>
              <a:rPr lang="en-US" altLang="zh-CN" sz="3200">
                <a:solidFill>
                  <a:srgbClr val="00B0F0"/>
                </a:solidFill>
                <a:sym typeface="+mn-ea"/>
              </a:rPr>
              <a:t>0102|time2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”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Factor_record......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  <a:p>
            <a:r>
              <a:rPr lang="zh-CN" altLang="en-US" sz="320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“</a:t>
            </a:r>
            <a:r>
              <a:rPr lang="en-US" altLang="zh-CN" sz="3200">
                <a:solidFill>
                  <a:schemeClr val="accent4"/>
                </a:solidFill>
                <a:sym typeface="+mn-ea"/>
              </a:rPr>
              <a:t>0102|time</a:t>
            </a:r>
            <a:r>
              <a:rPr lang="en-US" altLang="zh-CN" sz="3200">
                <a:solidFill>
                  <a:srgbClr val="92D050"/>
                </a:solidFill>
                <a:sym typeface="+mn-ea"/>
              </a:rPr>
              <a:t>3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”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Factor_record......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7" name="墨迹 6"/>
              <p14:cNvContentPartPr/>
              <p14:nvPr/>
            </p14:nvContentPartPr>
            <p14:xfrm>
              <a:off x="10059670" y="2258060"/>
              <a:ext cx="635" cy="63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2"/>
            </p:blipFill>
            <p:spPr>
              <a:xfrm>
                <a:off x="10059670" y="225806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4" name="墨迹 13"/>
              <p14:cNvContentPartPr/>
              <p14:nvPr/>
            </p14:nvContentPartPr>
            <p14:xfrm>
              <a:off x="3755390" y="1947545"/>
              <a:ext cx="635" cy="63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4"/>
            </p:blipFill>
            <p:spPr>
              <a:xfrm>
                <a:off x="3755390" y="194754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55" name="墨迹 54"/>
              <p14:cNvContentPartPr/>
              <p14:nvPr/>
            </p14:nvContentPartPr>
            <p14:xfrm>
              <a:off x="8982075" y="2322195"/>
              <a:ext cx="635" cy="635"/>
            </p14:xfrm>
          </p:contentPart>
        </mc:Choice>
        <mc:Fallback xmlns="">
          <p:pic>
            <p:nvPicPr>
              <p:cNvPr id="55" name="墨迹 54"/>
            </p:nvPicPr>
            <p:blipFill>
              <a:blip r:embed="rId2"/>
            </p:blipFill>
            <p:spPr>
              <a:xfrm>
                <a:off x="8982075" y="232219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3" name="墨迹 2"/>
              <p14:cNvContentPartPr/>
              <p14:nvPr/>
            </p14:nvContentPartPr>
            <p14:xfrm>
              <a:off x="1258570" y="5330190"/>
              <a:ext cx="640080" cy="3238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7"/>
            </p:blipFill>
            <p:spPr>
              <a:xfrm>
                <a:off x="1258570" y="5330190"/>
                <a:ext cx="640080" cy="323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5" name="墨迹 4"/>
              <p14:cNvContentPartPr/>
              <p14:nvPr/>
            </p14:nvContentPartPr>
            <p14:xfrm>
              <a:off x="1266825" y="5462270"/>
              <a:ext cx="800100" cy="1460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9"/>
            </p:blipFill>
            <p:spPr>
              <a:xfrm>
                <a:off x="1266825" y="5462270"/>
                <a:ext cx="800100" cy="146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6" name="墨迹 5"/>
              <p14:cNvContentPartPr/>
              <p14:nvPr/>
            </p14:nvContentPartPr>
            <p14:xfrm>
              <a:off x="1882775" y="5087620"/>
              <a:ext cx="449580" cy="61595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11"/>
            </p:blipFill>
            <p:spPr>
              <a:xfrm>
                <a:off x="1882775" y="5087620"/>
                <a:ext cx="449580" cy="615950"/>
              </a:xfrm>
              <a:prstGeom prst="rect"/>
            </p:spPr>
          </p:pic>
        </mc:Fallback>
      </mc:AlternateContent>
      <p:sp>
        <p:nvSpPr>
          <p:cNvPr id="8" name="文本框 7"/>
          <p:cNvSpPr txBox="1"/>
          <p:nvPr/>
        </p:nvSpPr>
        <p:spPr>
          <a:xfrm>
            <a:off x="3068955" y="4920615"/>
            <a:ext cx="6990715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3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54635" y="440055"/>
            <a:ext cx="7959725" cy="766445"/>
          </a:xfrm>
        </p:spPr>
        <p:txBody>
          <a:bodyPr>
            <a:normAutofit fontScale="90000"/>
          </a:bodyPr>
          <a:p>
            <a:r>
              <a:rPr lang="en-US" altLang="zh-CN" sz="4000">
                <a:solidFill>
                  <a:schemeClr val="bg1"/>
                </a:solidFill>
              </a:rPr>
              <a:t>The second MapReduce process received:</a:t>
            </a:r>
            <a:endParaRPr lang="en-US" altLang="zh-CN" sz="4000">
              <a:solidFill>
                <a:schemeClr val="bg1"/>
              </a:solidFill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0" y="1206500"/>
            <a:ext cx="7959725" cy="3036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“</a:t>
            </a:r>
            <a:r>
              <a:rPr lang="en-US" altLang="zh-CN" sz="3200">
                <a:solidFill>
                  <a:schemeClr val="accent2">
                    <a:lumMod val="40000"/>
                    <a:lumOff val="60000"/>
                  </a:schemeClr>
                </a:solidFill>
                <a:sym typeface="+mn-ea"/>
              </a:rPr>
              <a:t>0102|time</a:t>
            </a:r>
            <a:r>
              <a:rPr lang="en-US" altLang="zh-CN" sz="3200">
                <a:solidFill>
                  <a:schemeClr val="accent2">
                    <a:lumMod val="40000"/>
                    <a:lumOff val="60000"/>
                  </a:schemeClr>
                </a:solidFill>
                <a:sym typeface="+mn-ea"/>
              </a:rPr>
              <a:t>1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”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 Factor_record......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</a:t>
            </a:r>
            <a:endParaRPr lang="en-US" altLang="zh-CN" sz="3200">
              <a:solidFill>
                <a:schemeClr val="bg1"/>
              </a:solidFill>
            </a:endParaRPr>
          </a:p>
          <a:p>
            <a:r>
              <a:rPr lang="zh-CN" altLang="en-US" sz="320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“</a:t>
            </a:r>
            <a:r>
              <a:rPr lang="en-US" altLang="zh-CN" sz="3200">
                <a:solidFill>
                  <a:srgbClr val="00B0F0"/>
                </a:solidFill>
                <a:sym typeface="+mn-ea"/>
              </a:rPr>
              <a:t>0102|time2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”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Factor_record......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  <a:p>
            <a:r>
              <a:rPr lang="zh-CN" altLang="en-US" sz="320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“</a:t>
            </a:r>
            <a:r>
              <a:rPr lang="en-US" altLang="zh-CN" sz="3200">
                <a:solidFill>
                  <a:schemeClr val="accent2">
                    <a:lumMod val="40000"/>
                    <a:lumOff val="60000"/>
                  </a:schemeClr>
                </a:solidFill>
                <a:sym typeface="+mn-ea"/>
              </a:rPr>
              <a:t>0102|time</a:t>
            </a:r>
            <a:r>
              <a:rPr lang="en-US" altLang="zh-CN" sz="3200">
                <a:solidFill>
                  <a:schemeClr val="accent2">
                    <a:lumMod val="40000"/>
                    <a:lumOff val="60000"/>
                  </a:schemeClr>
                </a:solidFill>
                <a:sym typeface="+mn-ea"/>
              </a:rPr>
              <a:t>1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”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 Factor_record......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</a:t>
            </a:r>
            <a:endParaRPr lang="zh-CN" altLang="en-US" sz="3200">
              <a:solidFill>
                <a:schemeClr val="bg1"/>
              </a:solidFill>
            </a:endParaRPr>
          </a:p>
          <a:p>
            <a:r>
              <a:rPr lang="en-US" altLang="zh-CN" sz="3200">
                <a:solidFill>
                  <a:schemeClr val="bg1"/>
                </a:solidFill>
                <a:sym typeface="+mn-ea"/>
              </a:rPr>
              <a:t>   (“</a:t>
            </a:r>
            <a:r>
              <a:rPr lang="en-US" altLang="zh-CN" sz="3200">
                <a:solidFill>
                  <a:schemeClr val="accent4"/>
                </a:solidFill>
                <a:sym typeface="+mn-ea"/>
              </a:rPr>
              <a:t>0102|time</a:t>
            </a:r>
            <a:r>
              <a:rPr lang="en-US" altLang="zh-CN" sz="3200">
                <a:solidFill>
                  <a:schemeClr val="accent4"/>
                </a:solidFill>
                <a:sym typeface="+mn-ea"/>
              </a:rPr>
              <a:t>3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”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Factor_record......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  <a:p>
            <a:r>
              <a:rPr lang="zh-CN" altLang="en-US" sz="320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“</a:t>
            </a:r>
            <a:r>
              <a:rPr lang="en-US" altLang="zh-CN" sz="3200">
                <a:solidFill>
                  <a:srgbClr val="00B0F0"/>
                </a:solidFill>
                <a:sym typeface="+mn-ea"/>
              </a:rPr>
              <a:t>0102|time2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”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Factor_record......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  <a:p>
            <a:r>
              <a:rPr lang="zh-CN" altLang="en-US" sz="320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“</a:t>
            </a:r>
            <a:r>
              <a:rPr lang="en-US" altLang="zh-CN" sz="3200">
                <a:solidFill>
                  <a:schemeClr val="accent4"/>
                </a:solidFill>
                <a:sym typeface="+mn-ea"/>
              </a:rPr>
              <a:t>0102|time3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”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Factor_record......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7" name="墨迹 6"/>
              <p14:cNvContentPartPr/>
              <p14:nvPr/>
            </p14:nvContentPartPr>
            <p14:xfrm>
              <a:off x="10059670" y="2258060"/>
              <a:ext cx="635" cy="63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2"/>
            </p:blipFill>
            <p:spPr>
              <a:xfrm>
                <a:off x="10059670" y="225806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4" name="墨迹 13"/>
              <p14:cNvContentPartPr/>
              <p14:nvPr/>
            </p14:nvContentPartPr>
            <p14:xfrm>
              <a:off x="3755390" y="1947545"/>
              <a:ext cx="635" cy="63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4"/>
            </p:blipFill>
            <p:spPr>
              <a:xfrm>
                <a:off x="3755390" y="194754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55" name="墨迹 54"/>
              <p14:cNvContentPartPr/>
              <p14:nvPr/>
            </p14:nvContentPartPr>
            <p14:xfrm>
              <a:off x="8982075" y="2322195"/>
              <a:ext cx="635" cy="635"/>
            </p14:xfrm>
          </p:contentPart>
        </mc:Choice>
        <mc:Fallback xmlns="">
          <p:pic>
            <p:nvPicPr>
              <p:cNvPr id="55" name="墨迹 54"/>
            </p:nvPicPr>
            <p:blipFill>
              <a:blip r:embed="rId2"/>
            </p:blipFill>
            <p:spPr>
              <a:xfrm>
                <a:off x="8982075" y="232219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3" name="墨迹 2"/>
              <p14:cNvContentPartPr/>
              <p14:nvPr/>
            </p14:nvContentPartPr>
            <p14:xfrm>
              <a:off x="1258570" y="5330190"/>
              <a:ext cx="640080" cy="3238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7"/>
            </p:blipFill>
            <p:spPr>
              <a:xfrm>
                <a:off x="1258570" y="5330190"/>
                <a:ext cx="640080" cy="323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5" name="墨迹 4"/>
              <p14:cNvContentPartPr/>
              <p14:nvPr/>
            </p14:nvContentPartPr>
            <p14:xfrm>
              <a:off x="1266825" y="5462270"/>
              <a:ext cx="800100" cy="1460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9"/>
            </p:blipFill>
            <p:spPr>
              <a:xfrm>
                <a:off x="1266825" y="5462270"/>
                <a:ext cx="800100" cy="146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6" name="墨迹 5"/>
              <p14:cNvContentPartPr/>
              <p14:nvPr/>
            </p14:nvContentPartPr>
            <p14:xfrm>
              <a:off x="1882775" y="5087620"/>
              <a:ext cx="449580" cy="61595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11"/>
            </p:blipFill>
            <p:spPr>
              <a:xfrm>
                <a:off x="1882775" y="5087620"/>
                <a:ext cx="449580" cy="615950"/>
              </a:xfrm>
              <a:prstGeom prst="rect"/>
            </p:spPr>
          </p:pic>
        </mc:Fallback>
      </mc:AlternateContent>
      <p:sp>
        <p:nvSpPr>
          <p:cNvPr id="8" name="文本框 7"/>
          <p:cNvSpPr txBox="1"/>
          <p:nvPr/>
        </p:nvSpPr>
        <p:spPr>
          <a:xfrm>
            <a:off x="2891790" y="4994910"/>
            <a:ext cx="6990715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>
                <a:solidFill>
                  <a:schemeClr val="bg1"/>
                </a:solidFill>
              </a:rPr>
              <a:t>Append “1” to the tail number, then group and take the average</a:t>
            </a:r>
            <a:endParaRPr lang="en-US" altLang="zh-CN" sz="3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 sz="3600">
                <a:solidFill>
                  <a:schemeClr val="bg1"/>
                </a:solidFill>
              </a:rPr>
              <a:t>Under this architecture, we conducted </a:t>
            </a:r>
            <a:r>
              <a:rPr lang="en-US" altLang="zh-CN" sz="3600">
                <a:solidFill>
                  <a:srgbClr val="00B0F0"/>
                </a:solidFill>
              </a:rPr>
              <a:t>15 </a:t>
            </a:r>
            <a:r>
              <a:rPr lang="en-US" altLang="zh-CN" sz="3600">
                <a:solidFill>
                  <a:schemeClr val="bg1"/>
                </a:solidFill>
              </a:rPr>
              <a:t>iterations</a:t>
            </a:r>
            <a:endParaRPr lang="en-US" altLang="zh-CN" sz="360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 descr="claude-colo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1510" y="2583180"/>
            <a:ext cx="1691005" cy="1691005"/>
          </a:xfrm>
          <a:prstGeom prst="rect">
            <a:avLst/>
          </a:prstGeom>
        </p:spPr>
      </p:pic>
      <p:pic>
        <p:nvPicPr>
          <p:cNvPr id="6" name="图片 5" descr="ChatGPT_logo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700" y="2806700"/>
            <a:ext cx="1245235" cy="1245235"/>
          </a:xfrm>
          <a:prstGeom prst="rect">
            <a:avLst/>
          </a:prstGeom>
        </p:spPr>
      </p:pic>
      <p:pic>
        <p:nvPicPr>
          <p:cNvPr id="9" name="图片 8" descr="R-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1452880"/>
            <a:ext cx="3953510" cy="39535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315595"/>
            <a:ext cx="6746875" cy="1115060"/>
          </a:xfrm>
        </p:spPr>
        <p:txBody>
          <a:bodyPr>
            <a:normAutofit fontScale="90000"/>
          </a:bodyPr>
          <a:p>
            <a:r>
              <a:rPr lang="en-US" altLang="zh-CN" sz="4800">
                <a:solidFill>
                  <a:schemeClr val="bg1"/>
                </a:solidFill>
              </a:rPr>
              <a:t>From 136 seconds to 70 seconds:</a:t>
            </a:r>
            <a:endParaRPr lang="en-US" altLang="zh-CN" sz="480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52320" y="1576705"/>
            <a:ext cx="8087360" cy="4403725"/>
          </a:xfrm>
        </p:spPr>
        <p:txBody>
          <a:bodyPr/>
          <a:p>
            <a:r>
              <a:rPr lang="zh-CN" altLang="en-US" sz="2800">
                <a:solidFill>
                  <a:schemeClr val="tx1"/>
                </a:solidFill>
              </a:rPr>
              <a:t>第一个</a:t>
            </a:r>
            <a:r>
              <a:rPr lang="en-US" altLang="zh-CN" sz="2800">
                <a:solidFill>
                  <a:schemeClr val="tx1"/>
                </a:solidFill>
              </a:rPr>
              <a:t>MapReduce</a:t>
            </a:r>
            <a:r>
              <a:rPr lang="zh-CN" altLang="en-US" sz="2800">
                <a:solidFill>
                  <a:schemeClr val="tx1"/>
                </a:solidFill>
              </a:rPr>
              <a:t>原本送给第二个</a:t>
            </a:r>
            <a:r>
              <a:rPr lang="en-US" altLang="zh-CN" sz="2800">
                <a:solidFill>
                  <a:schemeClr val="tx1"/>
                </a:solidFill>
              </a:rPr>
              <a:t>MapReduce</a:t>
            </a:r>
            <a:r>
              <a:rPr lang="zh-CN" altLang="en-US" sz="2800">
                <a:solidFill>
                  <a:schemeClr val="tx1"/>
                </a:solidFill>
              </a:rPr>
              <a:t>：</a:t>
            </a:r>
            <a:endParaRPr lang="zh-CN" altLang="en-US" sz="2800">
              <a:solidFill>
                <a:schemeClr val="tx1"/>
              </a:solidFill>
            </a:endParaRPr>
          </a:p>
          <a:p>
            <a:r>
              <a:rPr lang="zh-CN" altLang="en-US" sz="280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“0102|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时刻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1”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），（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 Factor_record......)</a:t>
            </a:r>
            <a:endParaRPr lang="en-US" altLang="zh-CN" sz="2800">
              <a:solidFill>
                <a:schemeClr val="tx1"/>
              </a:solidFill>
              <a:sym typeface="+mn-ea"/>
            </a:endParaRPr>
          </a:p>
          <a:p>
            <a:endParaRPr lang="zh-CN" altLang="en-US" sz="2800">
              <a:solidFill>
                <a:schemeClr val="bg1"/>
              </a:solidFill>
            </a:endParaRPr>
          </a:p>
          <a:p>
            <a:r>
              <a:rPr lang="en-US" altLang="zh-CN" sz="2800">
                <a:solidFill>
                  <a:schemeClr val="tx1"/>
                </a:solidFill>
              </a:rPr>
              <a:t>Reducer1</a:t>
            </a:r>
            <a:r>
              <a:rPr lang="zh-CN" altLang="en-US" sz="2800">
                <a:solidFill>
                  <a:schemeClr val="tx1"/>
                </a:solidFill>
              </a:rPr>
              <a:t>：一堆</a:t>
            </a:r>
            <a:r>
              <a:rPr lang="en-US" altLang="zh-CN" sz="2800">
                <a:solidFill>
                  <a:schemeClr val="tx1"/>
                </a:solidFill>
              </a:rPr>
              <a:t>double→String</a:t>
            </a:r>
            <a:endParaRPr lang="en-US" altLang="zh-CN" sz="2800">
              <a:solidFill>
                <a:schemeClr val="tx1"/>
              </a:solidFill>
            </a:endParaRPr>
          </a:p>
          <a:p>
            <a:endParaRPr lang="en-US" altLang="zh-CN" sz="2800">
              <a:solidFill>
                <a:schemeClr val="tx1"/>
              </a:solidFill>
            </a:endParaRPr>
          </a:p>
          <a:p>
            <a:r>
              <a:rPr lang="en-US" altLang="zh-CN" sz="2800">
                <a:solidFill>
                  <a:schemeClr val="tx1"/>
                </a:solidFill>
              </a:rPr>
              <a:t>Mapper2</a:t>
            </a:r>
            <a:r>
              <a:rPr lang="zh-CN" altLang="en-US" sz="2800">
                <a:solidFill>
                  <a:schemeClr val="tx1"/>
                </a:solidFill>
              </a:rPr>
              <a:t>：</a:t>
            </a:r>
            <a:r>
              <a:rPr lang="en-US" altLang="zh-CN" sz="2800">
                <a:solidFill>
                  <a:schemeClr val="tx1"/>
                </a:solidFill>
              </a:rPr>
              <a:t> .split()</a:t>
            </a:r>
            <a:endParaRPr lang="en-US" altLang="zh-CN" sz="2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9055" y="363855"/>
            <a:ext cx="6746875" cy="1115060"/>
          </a:xfrm>
        </p:spPr>
        <p:txBody>
          <a:bodyPr>
            <a:normAutofit fontScale="90000"/>
          </a:bodyPr>
          <a:p>
            <a:r>
              <a:rPr lang="en-US" altLang="zh-CN" sz="4800">
                <a:solidFill>
                  <a:schemeClr val="bg1"/>
                </a:solidFill>
              </a:rPr>
              <a:t>From 136 seconds to 70 seconds:</a:t>
            </a:r>
            <a:endParaRPr lang="en-US" altLang="zh-CN" sz="480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52320" y="1576705"/>
            <a:ext cx="8087360" cy="4403725"/>
          </a:xfrm>
        </p:spPr>
        <p:txBody>
          <a:bodyPr/>
          <a:p>
            <a:r>
              <a:rPr lang="en-US" altLang="zh-CN" sz="2800">
                <a:solidFill>
                  <a:schemeClr val="bg1"/>
                </a:solidFill>
                <a:sym typeface="+mn-ea"/>
              </a:rPr>
              <a:t>The first MapReduce originally sents this to the second MapReduce:</a:t>
            </a:r>
            <a:endParaRPr lang="en-US" altLang="zh-CN" sz="2800">
              <a:solidFill>
                <a:schemeClr val="bg1"/>
              </a:solidFill>
              <a:sym typeface="+mn-ea"/>
            </a:endParaRPr>
          </a:p>
          <a:p>
            <a:r>
              <a:rPr lang="zh-CN" altLang="en-US" sz="280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2800">
                <a:solidFill>
                  <a:schemeClr val="bg1"/>
                </a:solidFill>
                <a:sym typeface="+mn-ea"/>
              </a:rPr>
              <a:t>“0102|time1”</a:t>
            </a:r>
            <a:r>
              <a:rPr lang="zh-CN" altLang="en-US" sz="2800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 sz="2800">
                <a:solidFill>
                  <a:schemeClr val="bg1"/>
                </a:solidFill>
                <a:sym typeface="+mn-ea"/>
              </a:rPr>
              <a:t> Factor_record......)</a:t>
            </a:r>
            <a:endParaRPr lang="en-US" altLang="zh-CN" sz="2800">
              <a:solidFill>
                <a:schemeClr val="bg1"/>
              </a:solidFill>
              <a:sym typeface="+mn-ea"/>
            </a:endParaRPr>
          </a:p>
          <a:p>
            <a:endParaRPr lang="zh-CN" altLang="en-US" sz="2800">
              <a:solidFill>
                <a:schemeClr val="bg1"/>
              </a:solidFill>
            </a:endParaRPr>
          </a:p>
          <a:p>
            <a:r>
              <a:rPr lang="en-US" altLang="zh-CN" sz="2800">
                <a:solidFill>
                  <a:schemeClr val="tx1"/>
                </a:solidFill>
              </a:rPr>
              <a:t>Reducer1</a:t>
            </a:r>
            <a:r>
              <a:rPr lang="zh-CN" altLang="en-US" sz="2800">
                <a:solidFill>
                  <a:schemeClr val="tx1"/>
                </a:solidFill>
              </a:rPr>
              <a:t>：一堆</a:t>
            </a:r>
            <a:r>
              <a:rPr lang="en-US" altLang="zh-CN" sz="2800">
                <a:solidFill>
                  <a:schemeClr val="tx1"/>
                </a:solidFill>
              </a:rPr>
              <a:t>double→String</a:t>
            </a:r>
            <a:endParaRPr lang="en-US" altLang="zh-CN" sz="2800">
              <a:solidFill>
                <a:schemeClr val="tx1"/>
              </a:solidFill>
            </a:endParaRPr>
          </a:p>
          <a:p>
            <a:endParaRPr lang="en-US" altLang="zh-CN" sz="2800">
              <a:solidFill>
                <a:schemeClr val="tx1"/>
              </a:solidFill>
            </a:endParaRPr>
          </a:p>
          <a:p>
            <a:r>
              <a:rPr lang="en-US" altLang="zh-CN" sz="2800">
                <a:solidFill>
                  <a:schemeClr val="tx1"/>
                </a:solidFill>
              </a:rPr>
              <a:t>Mapper2</a:t>
            </a:r>
            <a:r>
              <a:rPr lang="zh-CN" altLang="en-US" sz="2800">
                <a:solidFill>
                  <a:schemeClr val="tx1"/>
                </a:solidFill>
              </a:rPr>
              <a:t>：</a:t>
            </a:r>
            <a:r>
              <a:rPr lang="en-US" altLang="zh-CN" sz="2800">
                <a:solidFill>
                  <a:schemeClr val="tx1"/>
                </a:solidFill>
              </a:rPr>
              <a:t> .split()</a:t>
            </a:r>
            <a:endParaRPr lang="en-US" altLang="zh-CN" sz="2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306705"/>
            <a:ext cx="6746875" cy="1115060"/>
          </a:xfrm>
        </p:spPr>
        <p:txBody>
          <a:bodyPr>
            <a:normAutofit fontScale="90000"/>
          </a:bodyPr>
          <a:p>
            <a:r>
              <a:rPr lang="en-US" altLang="zh-CN" sz="4800">
                <a:solidFill>
                  <a:schemeClr val="bg1"/>
                </a:solidFill>
              </a:rPr>
              <a:t>From 136 seconds to 70 seconds:</a:t>
            </a:r>
            <a:endParaRPr lang="en-US" altLang="zh-CN" sz="480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52320" y="1576705"/>
            <a:ext cx="8087360" cy="4403725"/>
          </a:xfrm>
        </p:spPr>
        <p:txBody>
          <a:bodyPr/>
          <a:p>
            <a:r>
              <a:rPr lang="en-US" altLang="zh-CN" sz="2800">
                <a:solidFill>
                  <a:schemeClr val="bg1"/>
                </a:solidFill>
                <a:sym typeface="+mn-ea"/>
              </a:rPr>
              <a:t>The first MapReduce originally sents this to the second MapReduce:</a:t>
            </a:r>
            <a:endParaRPr lang="en-US" altLang="zh-CN" sz="2800">
              <a:solidFill>
                <a:schemeClr val="bg1"/>
              </a:solidFill>
              <a:sym typeface="+mn-ea"/>
            </a:endParaRPr>
          </a:p>
          <a:p>
            <a:r>
              <a:rPr lang="zh-CN" altLang="en-US" sz="280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2800">
                <a:solidFill>
                  <a:schemeClr val="bg1"/>
                </a:solidFill>
                <a:sym typeface="+mn-ea"/>
              </a:rPr>
              <a:t>“0102|time1”</a:t>
            </a:r>
            <a:r>
              <a:rPr lang="zh-CN" altLang="en-US" sz="2800">
                <a:solidFill>
                  <a:schemeClr val="bg1"/>
                </a:solidFill>
                <a:sym typeface="+mn-ea"/>
              </a:rPr>
              <a:t>），（</a:t>
            </a:r>
            <a:r>
              <a:rPr lang="en-US" altLang="zh-CN" sz="2800">
                <a:solidFill>
                  <a:schemeClr val="bg1"/>
                </a:solidFill>
                <a:sym typeface="+mn-ea"/>
              </a:rPr>
              <a:t> Factor_record......)</a:t>
            </a:r>
            <a:endParaRPr lang="en-US" altLang="zh-CN" sz="2800">
              <a:solidFill>
                <a:schemeClr val="bg1"/>
              </a:solidFill>
              <a:sym typeface="+mn-ea"/>
            </a:endParaRPr>
          </a:p>
          <a:p>
            <a:endParaRPr lang="zh-CN" altLang="en-US" sz="2800">
              <a:solidFill>
                <a:schemeClr val="bg1"/>
              </a:solidFill>
            </a:endParaRPr>
          </a:p>
          <a:p>
            <a:r>
              <a:rPr lang="en-US" altLang="zh-CN" sz="2800">
                <a:solidFill>
                  <a:schemeClr val="bg1"/>
                </a:solidFill>
              </a:rPr>
              <a:t>Reducer1</a:t>
            </a:r>
            <a:r>
              <a:rPr lang="zh-CN" altLang="en-US" sz="2800">
                <a:solidFill>
                  <a:schemeClr val="bg1"/>
                </a:solidFill>
              </a:rPr>
              <a:t>：</a:t>
            </a:r>
            <a:r>
              <a:rPr lang="en-US" altLang="zh-CN" sz="2800">
                <a:solidFill>
                  <a:schemeClr val="bg1"/>
                </a:solidFill>
              </a:rPr>
              <a:t>double→S</a:t>
            </a:r>
            <a:r>
              <a:rPr lang="en-US" altLang="zh-CN" sz="2800">
                <a:solidFill>
                  <a:schemeClr val="bg1"/>
                </a:solidFill>
              </a:rPr>
              <a:t>tring</a:t>
            </a:r>
            <a:endParaRPr lang="en-US" altLang="zh-CN" sz="2800">
              <a:solidFill>
                <a:schemeClr val="bg1"/>
              </a:solidFill>
            </a:endParaRPr>
          </a:p>
          <a:p>
            <a:endParaRPr lang="en-US" altLang="zh-CN" sz="2800">
              <a:solidFill>
                <a:schemeClr val="bg1"/>
              </a:solidFill>
            </a:endParaRPr>
          </a:p>
          <a:p>
            <a:r>
              <a:rPr lang="en-US" altLang="zh-CN" sz="2800">
                <a:solidFill>
                  <a:schemeClr val="bg1"/>
                </a:solidFill>
              </a:rPr>
              <a:t>Mapper2</a:t>
            </a:r>
            <a:r>
              <a:rPr lang="zh-CN" altLang="en-US" sz="2800">
                <a:solidFill>
                  <a:schemeClr val="bg1"/>
                </a:solidFill>
              </a:rPr>
              <a:t>：</a:t>
            </a:r>
            <a:r>
              <a:rPr lang="en-US" altLang="zh-CN" sz="2800">
                <a:solidFill>
                  <a:schemeClr val="bg1"/>
                </a:solidFill>
              </a:rPr>
              <a:t> .split()</a:t>
            </a:r>
            <a:endParaRPr lang="zh-CN" altLang="en-US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65405" y="267970"/>
            <a:ext cx="6746875" cy="1115060"/>
          </a:xfrm>
        </p:spPr>
        <p:txBody>
          <a:bodyPr>
            <a:normAutofit fontScale="90000"/>
          </a:bodyPr>
          <a:p>
            <a:r>
              <a:rPr lang="en-US" altLang="zh-CN" sz="4800">
                <a:solidFill>
                  <a:schemeClr val="bg1"/>
                </a:solidFill>
              </a:rPr>
              <a:t>From 136 seconds to 70 seconds:</a:t>
            </a:r>
            <a:endParaRPr lang="en-US" altLang="zh-CN" sz="480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52320" y="1576705"/>
            <a:ext cx="8087360" cy="4403725"/>
          </a:xfrm>
        </p:spPr>
        <p:txBody>
          <a:bodyPr/>
          <a:p>
            <a:r>
              <a:rPr lang="en-US" altLang="zh-CN" sz="2800">
                <a:solidFill>
                  <a:schemeClr val="bg1"/>
                </a:solidFill>
              </a:rPr>
              <a:t>The first MapReduce now sends to the second MapReduce</a:t>
            </a:r>
            <a:r>
              <a:rPr lang="en-US" altLang="zh-CN" sz="2800" b="1">
                <a:solidFill>
                  <a:srgbClr val="00B0F0"/>
                </a:solidFill>
              </a:rPr>
              <a:t>: a binary file.</a:t>
            </a:r>
            <a:endParaRPr lang="en-US" altLang="zh-CN" sz="2800" b="1">
              <a:solidFill>
                <a:srgbClr val="00B0F0"/>
              </a:solidFill>
            </a:endParaRPr>
          </a:p>
          <a:p>
            <a:endParaRPr lang="en-US" altLang="zh-CN" sz="2800" b="1">
              <a:solidFill>
                <a:srgbClr val="00B0F0"/>
              </a:solidFill>
            </a:endParaRPr>
          </a:p>
          <a:p>
            <a:r>
              <a:rPr lang="en-US" altLang="zh-CN" sz="2800">
                <a:solidFill>
                  <a:schemeClr val="bg1"/>
                </a:solidFill>
              </a:rPr>
              <a:t>A bunch of doubles, now stored in a </a:t>
            </a:r>
            <a:r>
              <a:rPr lang="en-US" altLang="zh-CN" sz="2800" b="1">
                <a:solidFill>
                  <a:srgbClr val="00B0F0"/>
                </a:solidFill>
              </a:rPr>
              <a:t>FactorWritable </a:t>
            </a:r>
            <a:r>
              <a:rPr lang="en-US" altLang="zh-CN" sz="2800">
                <a:solidFill>
                  <a:schemeClr val="bg1"/>
                </a:solidFill>
              </a:rPr>
              <a:t>object, directly enter the stream.</a:t>
            </a:r>
            <a:endParaRPr lang="en-US" altLang="zh-CN" sz="2800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一</a:t>
            </a:r>
            <a:r>
              <a:rPr lang="zh-CN" altLang="en-US">
                <a:solidFill>
                  <a:schemeClr val="tx1"/>
                </a:solidFill>
              </a:rPr>
              <a:t>堆</a:t>
            </a:r>
            <a:r>
              <a:rPr lang="en-US" altLang="zh-CN">
                <a:solidFill>
                  <a:schemeClr val="tx1"/>
                </a:solidFill>
              </a:rPr>
              <a:t>double</a:t>
            </a:r>
            <a:r>
              <a:rPr lang="zh-CN" altLang="en-US">
                <a:solidFill>
                  <a:schemeClr val="tx1"/>
                </a:solidFill>
              </a:rPr>
              <a:t>，现在被存到一个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FactorWritable</a:t>
            </a:r>
            <a:r>
              <a:rPr lang="zh-CN" altLang="en-US">
                <a:solidFill>
                  <a:schemeClr val="tx1"/>
                </a:solidFill>
              </a:rPr>
              <a:t>对象中，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直接进入流。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 sz="2800">
              <a:solidFill>
                <a:schemeClr val="bg1"/>
              </a:solidFill>
            </a:endParaRPr>
          </a:p>
          <a:p>
            <a:endParaRPr lang="en-US" altLang="zh-CN" sz="2800">
              <a:solidFill>
                <a:schemeClr val="bg1"/>
              </a:solidFill>
            </a:endParaRPr>
          </a:p>
          <a:p>
            <a:endParaRPr lang="en-US" altLang="zh-CN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" y="-165100"/>
            <a:ext cx="8453755" cy="5556885"/>
          </a:xfrm>
        </p:spPr>
        <p:txBody>
          <a:bodyPr>
            <a:normAutofit fontScale="90000"/>
          </a:bodyPr>
          <a:p>
            <a:r>
              <a:rPr lang="en-US" altLang="zh-CN" sz="4400">
                <a:solidFill>
                  <a:schemeClr val="bg1"/>
                </a:solidFill>
              </a:rPr>
              <a:t>From 70 seconds to 56 seconds:</a:t>
            </a:r>
            <a:br>
              <a:rPr lang="en-US" altLang="zh-CN" sz="4400">
                <a:solidFill>
                  <a:schemeClr val="bg1"/>
                </a:solidFill>
              </a:rPr>
            </a:br>
            <a:br>
              <a:rPr lang="zh-CN" altLang="en-US" sz="4400">
                <a:solidFill>
                  <a:schemeClr val="bg1"/>
                </a:solidFill>
              </a:rPr>
            </a:br>
            <a:r>
              <a:rPr lang="en-US" altLang="zh-CN" sz="4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Reducer:</a:t>
            </a:r>
            <a:b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          </a:t>
            </a:r>
            <a:r>
              <a:rPr lang="en-US" altLang="zh-CN" sz="36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FactorWritable[14400]</a:t>
            </a: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副标题 4"/>
          <p:cNvSpPr/>
          <p:nvPr>
            <p:ph type="subTitle" idx="1"/>
          </p:nvPr>
        </p:nvSpPr>
        <p:spPr>
          <a:xfrm>
            <a:off x="2938780" y="3428683"/>
            <a:ext cx="9144000" cy="1655762"/>
          </a:xfrm>
        </p:spPr>
        <p:txBody>
          <a:bodyPr/>
          <a:p>
            <a:r>
              <a:rPr lang="zh-CN" altLang="en-US" sz="3200">
                <a:solidFill>
                  <a:schemeClr val="tx1"/>
                </a:solidFill>
              </a:rPr>
              <a:t>算出</a:t>
            </a:r>
            <a:r>
              <a:rPr lang="en-US" altLang="zh-CN" sz="3200">
                <a:solidFill>
                  <a:schemeClr val="tx1"/>
                </a:solidFill>
              </a:rPr>
              <a:t>093003</a:t>
            </a:r>
            <a:r>
              <a:rPr lang="zh-CN" altLang="en-US" sz="3200">
                <a:solidFill>
                  <a:schemeClr val="tx1"/>
                </a:solidFill>
              </a:rPr>
              <a:t>时刻，平安银行的因子值</a:t>
            </a:r>
            <a:r>
              <a:rPr lang="en-US" altLang="zh-CN" sz="3200">
                <a:solidFill>
                  <a:schemeClr val="tx1"/>
                </a:solidFill>
              </a:rPr>
              <a:t>: FW</a:t>
            </a:r>
            <a:endParaRPr lang="en-US" altLang="zh-CN" sz="3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93040" y="-136525"/>
            <a:ext cx="8453755" cy="5556885"/>
          </a:xfrm>
        </p:spPr>
        <p:txBody>
          <a:bodyPr>
            <a:normAutofit fontScale="90000"/>
          </a:bodyPr>
          <a:p>
            <a:r>
              <a:rPr lang="en-US" altLang="zh-CN" sz="4400">
                <a:solidFill>
                  <a:schemeClr val="bg1"/>
                </a:solidFill>
              </a:rPr>
              <a:t>From 70 seconds to 56 seconds:</a:t>
            </a:r>
            <a:br>
              <a:rPr lang="en-US" altLang="zh-CN" sz="4400">
                <a:solidFill>
                  <a:schemeClr val="bg1"/>
                </a:solidFill>
              </a:rPr>
            </a:br>
            <a:br>
              <a:rPr lang="zh-CN" altLang="en-US" sz="4400">
                <a:solidFill>
                  <a:schemeClr val="bg1"/>
                </a:solidFill>
              </a:rPr>
            </a:br>
            <a:r>
              <a:rPr lang="en-US" altLang="zh-CN" sz="4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Reducer:</a:t>
            </a:r>
            <a:b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          </a:t>
            </a:r>
            <a:r>
              <a:rPr lang="en-US" altLang="zh-CN" sz="36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FactorWritable[14400]</a:t>
            </a: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副标题 4"/>
          <p:cNvSpPr/>
          <p:nvPr>
            <p:ph type="subTitle" idx="1"/>
          </p:nvPr>
        </p:nvSpPr>
        <p:spPr>
          <a:xfrm>
            <a:off x="3114040" y="3428683"/>
            <a:ext cx="9144000" cy="1655762"/>
          </a:xfrm>
        </p:spPr>
        <p:txBody>
          <a:bodyPr/>
          <a:p>
            <a:r>
              <a:rPr lang="en-US" altLang="zh-CN" sz="3200">
                <a:solidFill>
                  <a:schemeClr val="bg1"/>
                </a:solidFill>
              </a:rPr>
              <a:t>Calculate the factor value of Apple at time 093003: FW</a:t>
            </a:r>
            <a:endParaRPr lang="en-US" altLang="zh-CN" sz="3200">
              <a:solidFill>
                <a:schemeClr val="bg1"/>
              </a:solidFill>
            </a:endParaRPr>
          </a:p>
          <a:p>
            <a:endParaRPr lang="en-US" altLang="zh-CN" sz="32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7" name="墨迹 6"/>
              <p14:cNvContentPartPr/>
              <p14:nvPr/>
            </p14:nvContentPartPr>
            <p14:xfrm>
              <a:off x="460375" y="3272155"/>
              <a:ext cx="166370" cy="76962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2"/>
            </p:blipFill>
            <p:spPr>
              <a:xfrm>
                <a:off x="460375" y="3272155"/>
                <a:ext cx="166370" cy="7696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8" name="墨迹 7"/>
              <p14:cNvContentPartPr/>
              <p14:nvPr/>
            </p14:nvContentPartPr>
            <p14:xfrm>
              <a:off x="493395" y="3218815"/>
              <a:ext cx="294005" cy="78867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4"/>
            </p:blipFill>
            <p:spPr>
              <a:xfrm>
                <a:off x="493395" y="3218815"/>
                <a:ext cx="294005" cy="7886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9" name="墨迹 8"/>
              <p14:cNvContentPartPr/>
              <p14:nvPr/>
            </p14:nvContentPartPr>
            <p14:xfrm>
              <a:off x="841375" y="3590925"/>
              <a:ext cx="313055" cy="39052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6"/>
            </p:blipFill>
            <p:spPr>
              <a:xfrm>
                <a:off x="841375" y="3590925"/>
                <a:ext cx="313055" cy="390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0" name="墨迹 9"/>
              <p14:cNvContentPartPr/>
              <p14:nvPr/>
            </p14:nvContentPartPr>
            <p14:xfrm>
              <a:off x="1144905" y="3343910"/>
              <a:ext cx="260350" cy="57658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8"/>
            </p:blipFill>
            <p:spPr>
              <a:xfrm>
                <a:off x="1144905" y="3343910"/>
                <a:ext cx="260350" cy="5765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11" name="墨迹 10"/>
              <p14:cNvContentPartPr/>
              <p14:nvPr/>
            </p14:nvContentPartPr>
            <p14:xfrm>
              <a:off x="1411605" y="3637915"/>
              <a:ext cx="220980" cy="28321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0"/>
            </p:blipFill>
            <p:spPr>
              <a:xfrm>
                <a:off x="1411605" y="3637915"/>
                <a:ext cx="220980" cy="2832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12" name="墨迹 11"/>
              <p14:cNvContentPartPr/>
              <p14:nvPr/>
            </p14:nvContentPartPr>
            <p14:xfrm>
              <a:off x="1647825" y="3633470"/>
              <a:ext cx="170815" cy="27559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2"/>
            </p:blipFill>
            <p:spPr>
              <a:xfrm>
                <a:off x="1647825" y="3633470"/>
                <a:ext cx="170815" cy="2755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3" name="墨迹 12"/>
              <p14:cNvContentPartPr/>
              <p14:nvPr/>
            </p14:nvContentPartPr>
            <p14:xfrm>
              <a:off x="1846580" y="3603625"/>
              <a:ext cx="189865" cy="30543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4"/>
            </p:blipFill>
            <p:spPr>
              <a:xfrm>
                <a:off x="1846580" y="3603625"/>
                <a:ext cx="189865" cy="3054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4" name="墨迹 13"/>
              <p14:cNvContentPartPr/>
              <p14:nvPr/>
            </p14:nvContentPartPr>
            <p14:xfrm>
              <a:off x="2108200" y="3361690"/>
              <a:ext cx="175260" cy="61087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16"/>
            </p:blipFill>
            <p:spPr>
              <a:xfrm>
                <a:off x="2108200" y="3361690"/>
                <a:ext cx="175260" cy="6108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5" name="墨迹 14"/>
              <p14:cNvContentPartPr/>
              <p14:nvPr/>
            </p14:nvContentPartPr>
            <p14:xfrm>
              <a:off x="2192655" y="3354070"/>
              <a:ext cx="361315" cy="59563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18"/>
            </p:blipFill>
            <p:spPr>
              <a:xfrm>
                <a:off x="2192655" y="3354070"/>
                <a:ext cx="361315" cy="5956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8" name="墨迹 17"/>
              <p14:cNvContentPartPr/>
              <p14:nvPr/>
            </p14:nvContentPartPr>
            <p14:xfrm>
              <a:off x="2752090" y="3642995"/>
              <a:ext cx="520065" cy="45085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0"/>
            </p:blipFill>
            <p:spPr>
              <a:xfrm>
                <a:off x="2752090" y="3642995"/>
                <a:ext cx="520065" cy="450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9" name="墨迹 18"/>
              <p14:cNvContentPartPr/>
              <p14:nvPr/>
            </p14:nvContentPartPr>
            <p14:xfrm>
              <a:off x="2694305" y="3778885"/>
              <a:ext cx="669290" cy="19685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22"/>
            </p:blipFill>
            <p:spPr>
              <a:xfrm>
                <a:off x="2694305" y="3778885"/>
                <a:ext cx="669290" cy="196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20" name="墨迹 19"/>
              <p14:cNvContentPartPr/>
              <p14:nvPr/>
            </p14:nvContentPartPr>
            <p14:xfrm>
              <a:off x="3222625" y="3565525"/>
              <a:ext cx="324485" cy="38735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24"/>
            </p:blipFill>
            <p:spPr>
              <a:xfrm>
                <a:off x="3222625" y="3565525"/>
                <a:ext cx="324485" cy="38735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5480" y="-77470"/>
            <a:ext cx="8453755" cy="5556885"/>
          </a:xfrm>
        </p:spPr>
        <p:txBody>
          <a:bodyPr>
            <a:normAutofit fontScale="90000"/>
          </a:bodyPr>
          <a:p>
            <a:r>
              <a:rPr lang="en-US" altLang="zh-CN" sz="4400">
                <a:solidFill>
                  <a:schemeClr val="bg1"/>
                </a:solidFill>
                <a:sym typeface="+mn-ea"/>
              </a:rPr>
              <a:t>From 70 seconds to 56 seconds:</a:t>
            </a:r>
            <a:br>
              <a:rPr lang="en-US" altLang="zh-CN" sz="4400">
                <a:solidFill>
                  <a:schemeClr val="bg1"/>
                </a:solidFill>
                <a:sym typeface="+mn-ea"/>
              </a:rPr>
            </a:br>
            <a:br>
              <a:rPr lang="zh-CN" altLang="en-US" sz="4400">
                <a:solidFill>
                  <a:schemeClr val="bg1"/>
                </a:solidFill>
              </a:rPr>
            </a:br>
            <a:r>
              <a:rPr lang="en-US" altLang="zh-CN" sz="4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Reducer:</a:t>
            </a:r>
            <a:b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          </a:t>
            </a:r>
            <a:r>
              <a:rPr lang="en-US" altLang="zh-CN" sz="36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FactorWritable[14400]</a:t>
            </a: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副标题 4"/>
          <p:cNvSpPr/>
          <p:nvPr>
            <p:ph type="subTitle" idx="1"/>
          </p:nvPr>
        </p:nvSpPr>
        <p:spPr>
          <a:xfrm>
            <a:off x="3222625" y="3428683"/>
            <a:ext cx="9144000" cy="1655762"/>
          </a:xfrm>
        </p:spPr>
        <p:txBody>
          <a:bodyPr/>
          <a:p>
            <a:r>
              <a:rPr lang="en-US" altLang="zh-CN" sz="3200">
                <a:solidFill>
                  <a:schemeClr val="bg1"/>
                </a:solidFill>
                <a:sym typeface="+mn-ea"/>
              </a:rPr>
              <a:t>Calculate the factor value of Apple at time 093003: FW</a:t>
            </a:r>
            <a:endParaRPr lang="en-US" altLang="zh-CN" sz="32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7" name="墨迹 6"/>
              <p14:cNvContentPartPr/>
              <p14:nvPr/>
            </p14:nvContentPartPr>
            <p14:xfrm>
              <a:off x="460375" y="3272155"/>
              <a:ext cx="166370" cy="76962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2"/>
            </p:blipFill>
            <p:spPr>
              <a:xfrm>
                <a:off x="460375" y="3272155"/>
                <a:ext cx="166370" cy="7696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8" name="墨迹 7"/>
              <p14:cNvContentPartPr/>
              <p14:nvPr/>
            </p14:nvContentPartPr>
            <p14:xfrm>
              <a:off x="493395" y="3218815"/>
              <a:ext cx="294005" cy="78867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4"/>
            </p:blipFill>
            <p:spPr>
              <a:xfrm>
                <a:off x="493395" y="3218815"/>
                <a:ext cx="294005" cy="7886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9" name="墨迹 8"/>
              <p14:cNvContentPartPr/>
              <p14:nvPr/>
            </p14:nvContentPartPr>
            <p14:xfrm>
              <a:off x="841375" y="3590925"/>
              <a:ext cx="313055" cy="39052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6"/>
            </p:blipFill>
            <p:spPr>
              <a:xfrm>
                <a:off x="841375" y="3590925"/>
                <a:ext cx="313055" cy="390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0" name="墨迹 9"/>
              <p14:cNvContentPartPr/>
              <p14:nvPr/>
            </p14:nvContentPartPr>
            <p14:xfrm>
              <a:off x="1144905" y="3343910"/>
              <a:ext cx="260350" cy="57658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8"/>
            </p:blipFill>
            <p:spPr>
              <a:xfrm>
                <a:off x="1144905" y="3343910"/>
                <a:ext cx="260350" cy="5765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11" name="墨迹 10"/>
              <p14:cNvContentPartPr/>
              <p14:nvPr/>
            </p14:nvContentPartPr>
            <p14:xfrm>
              <a:off x="1411605" y="3637915"/>
              <a:ext cx="220980" cy="28321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0"/>
            </p:blipFill>
            <p:spPr>
              <a:xfrm>
                <a:off x="1411605" y="3637915"/>
                <a:ext cx="220980" cy="2832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12" name="墨迹 11"/>
              <p14:cNvContentPartPr/>
              <p14:nvPr/>
            </p14:nvContentPartPr>
            <p14:xfrm>
              <a:off x="1647825" y="3633470"/>
              <a:ext cx="170815" cy="27559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2"/>
            </p:blipFill>
            <p:spPr>
              <a:xfrm>
                <a:off x="1647825" y="3633470"/>
                <a:ext cx="170815" cy="2755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3" name="墨迹 12"/>
              <p14:cNvContentPartPr/>
              <p14:nvPr/>
            </p14:nvContentPartPr>
            <p14:xfrm>
              <a:off x="1846580" y="3603625"/>
              <a:ext cx="189865" cy="30543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4"/>
            </p:blipFill>
            <p:spPr>
              <a:xfrm>
                <a:off x="1846580" y="3603625"/>
                <a:ext cx="189865" cy="3054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4" name="墨迹 13"/>
              <p14:cNvContentPartPr/>
              <p14:nvPr/>
            </p14:nvContentPartPr>
            <p14:xfrm>
              <a:off x="2108200" y="3361690"/>
              <a:ext cx="175260" cy="61087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16"/>
            </p:blipFill>
            <p:spPr>
              <a:xfrm>
                <a:off x="2108200" y="3361690"/>
                <a:ext cx="175260" cy="6108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5" name="墨迹 14"/>
              <p14:cNvContentPartPr/>
              <p14:nvPr/>
            </p14:nvContentPartPr>
            <p14:xfrm>
              <a:off x="2192655" y="3354070"/>
              <a:ext cx="361315" cy="59563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18"/>
            </p:blipFill>
            <p:spPr>
              <a:xfrm>
                <a:off x="2192655" y="3354070"/>
                <a:ext cx="361315" cy="5956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8" name="墨迹 17"/>
              <p14:cNvContentPartPr/>
              <p14:nvPr/>
            </p14:nvContentPartPr>
            <p14:xfrm>
              <a:off x="2752090" y="3642995"/>
              <a:ext cx="520065" cy="45085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0"/>
            </p:blipFill>
            <p:spPr>
              <a:xfrm>
                <a:off x="2752090" y="3642995"/>
                <a:ext cx="520065" cy="450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9" name="墨迹 18"/>
              <p14:cNvContentPartPr/>
              <p14:nvPr/>
            </p14:nvContentPartPr>
            <p14:xfrm>
              <a:off x="2694305" y="3778885"/>
              <a:ext cx="669290" cy="19685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22"/>
            </p:blipFill>
            <p:spPr>
              <a:xfrm>
                <a:off x="2694305" y="3778885"/>
                <a:ext cx="669290" cy="196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20" name="墨迹 19"/>
              <p14:cNvContentPartPr/>
              <p14:nvPr/>
            </p14:nvContentPartPr>
            <p14:xfrm>
              <a:off x="3222625" y="3565525"/>
              <a:ext cx="324485" cy="38735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24"/>
            </p:blipFill>
            <p:spPr>
              <a:xfrm>
                <a:off x="3222625" y="3565525"/>
                <a:ext cx="324485" cy="387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21" name="墨迹 20"/>
              <p14:cNvContentPartPr/>
              <p14:nvPr/>
            </p14:nvContentPartPr>
            <p14:xfrm>
              <a:off x="1182370" y="5186045"/>
              <a:ext cx="600710" cy="4699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26"/>
            </p:blipFill>
            <p:spPr>
              <a:xfrm>
                <a:off x="1182370" y="5186045"/>
                <a:ext cx="600710" cy="469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22" name="墨迹 21"/>
              <p14:cNvContentPartPr/>
              <p14:nvPr/>
            </p14:nvContentPartPr>
            <p14:xfrm>
              <a:off x="1190625" y="5513705"/>
              <a:ext cx="633730" cy="2032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28"/>
            </p:blipFill>
            <p:spPr>
              <a:xfrm>
                <a:off x="1190625" y="5513705"/>
                <a:ext cx="633730" cy="203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23" name="墨迹 22"/>
              <p14:cNvContentPartPr/>
              <p14:nvPr/>
            </p14:nvContentPartPr>
            <p14:xfrm>
              <a:off x="1812290" y="5033010"/>
              <a:ext cx="339725" cy="64008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30"/>
            </p:blipFill>
            <p:spPr>
              <a:xfrm>
                <a:off x="1812290" y="5033010"/>
                <a:ext cx="339725" cy="640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24" name="墨迹 23"/>
              <p14:cNvContentPartPr/>
              <p14:nvPr/>
            </p14:nvContentPartPr>
            <p14:xfrm>
              <a:off x="2717800" y="4740275"/>
              <a:ext cx="375920" cy="2667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32"/>
            </p:blipFill>
            <p:spPr>
              <a:xfrm>
                <a:off x="2717800" y="4740275"/>
                <a:ext cx="375920" cy="266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25" name="墨迹 24"/>
              <p14:cNvContentPartPr/>
              <p14:nvPr/>
            </p14:nvContentPartPr>
            <p14:xfrm>
              <a:off x="2632075" y="4815840"/>
              <a:ext cx="149860" cy="96774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34"/>
            </p:blipFill>
            <p:spPr>
              <a:xfrm>
                <a:off x="2632075" y="4815840"/>
                <a:ext cx="149860" cy="9677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26" name="墨迹 25"/>
              <p14:cNvContentPartPr/>
              <p14:nvPr/>
            </p14:nvContentPartPr>
            <p14:xfrm>
              <a:off x="2713355" y="5324475"/>
              <a:ext cx="367665" cy="6223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36"/>
            </p:blipFill>
            <p:spPr>
              <a:xfrm>
                <a:off x="2713355" y="5324475"/>
                <a:ext cx="367665" cy="622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27" name="墨迹 26"/>
              <p14:cNvContentPartPr/>
              <p14:nvPr/>
            </p14:nvContentPartPr>
            <p14:xfrm>
              <a:off x="3263900" y="5212715"/>
              <a:ext cx="321945" cy="368935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38"/>
            </p:blipFill>
            <p:spPr>
              <a:xfrm>
                <a:off x="3263900" y="5212715"/>
                <a:ext cx="321945" cy="3689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28" name="墨迹 27"/>
              <p14:cNvContentPartPr/>
              <p14:nvPr/>
            </p14:nvContentPartPr>
            <p14:xfrm>
              <a:off x="3634105" y="5241290"/>
              <a:ext cx="263525" cy="30416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40"/>
            </p:blipFill>
            <p:spPr>
              <a:xfrm>
                <a:off x="3634105" y="5241290"/>
                <a:ext cx="263525" cy="3041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29" name="墨迹 28"/>
              <p14:cNvContentPartPr/>
              <p14:nvPr/>
            </p14:nvContentPartPr>
            <p14:xfrm>
              <a:off x="4004310" y="5057775"/>
              <a:ext cx="106045" cy="48006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42"/>
            </p:blipFill>
            <p:spPr>
              <a:xfrm>
                <a:off x="4004310" y="5057775"/>
                <a:ext cx="106045" cy="4800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30" name="墨迹 29"/>
              <p14:cNvContentPartPr/>
              <p14:nvPr/>
            </p14:nvContentPartPr>
            <p14:xfrm>
              <a:off x="3895725" y="5207635"/>
              <a:ext cx="278765" cy="62865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44"/>
            </p:blipFill>
            <p:spPr>
              <a:xfrm>
                <a:off x="3895725" y="5207635"/>
                <a:ext cx="278765" cy="628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31" name="墨迹 30"/>
              <p14:cNvContentPartPr/>
              <p14:nvPr/>
            </p14:nvContentPartPr>
            <p14:xfrm>
              <a:off x="4235450" y="5230495"/>
              <a:ext cx="153670" cy="192405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46"/>
            </p:blipFill>
            <p:spPr>
              <a:xfrm>
                <a:off x="4235450" y="5230495"/>
                <a:ext cx="153670" cy="1924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32" name="墨迹 31"/>
              <p14:cNvContentPartPr/>
              <p14:nvPr/>
            </p14:nvContentPartPr>
            <p14:xfrm>
              <a:off x="4467860" y="5222875"/>
              <a:ext cx="153670" cy="225425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48"/>
            </p:blipFill>
            <p:spPr>
              <a:xfrm>
                <a:off x="4467860" y="5222875"/>
                <a:ext cx="153670" cy="2254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" p14:bwMode="auto">
            <p14:nvContentPartPr>
              <p14:cNvPr id="33" name="墨迹 32"/>
              <p14:cNvContentPartPr/>
              <p14:nvPr/>
            </p14:nvContentPartPr>
            <p14:xfrm>
              <a:off x="4806950" y="4800600"/>
              <a:ext cx="537845" cy="81788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50"/>
            </p:blipFill>
            <p:spPr>
              <a:xfrm>
                <a:off x="4806950" y="4800600"/>
                <a:ext cx="537845" cy="8178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" p14:bwMode="auto">
            <p14:nvContentPartPr>
              <p14:cNvPr id="34" name="墨迹 33"/>
              <p14:cNvContentPartPr/>
              <p14:nvPr/>
            </p14:nvContentPartPr>
            <p14:xfrm>
              <a:off x="5300980" y="5241925"/>
              <a:ext cx="186690" cy="304165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52"/>
            </p:blipFill>
            <p:spPr>
              <a:xfrm>
                <a:off x="5300980" y="5241925"/>
                <a:ext cx="186690" cy="3041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" p14:bwMode="auto">
            <p14:nvContentPartPr>
              <p14:cNvPr id="35" name="墨迹 34"/>
              <p14:cNvContentPartPr/>
              <p14:nvPr/>
            </p14:nvContentPartPr>
            <p14:xfrm>
              <a:off x="5536565" y="5280660"/>
              <a:ext cx="46355" cy="229870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54"/>
            </p:blipFill>
            <p:spPr>
              <a:xfrm>
                <a:off x="5536565" y="5280660"/>
                <a:ext cx="46355" cy="2298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5" p14:bwMode="auto">
            <p14:nvContentPartPr>
              <p14:cNvPr id="36" name="墨迹 35"/>
              <p14:cNvContentPartPr/>
              <p14:nvPr/>
            </p14:nvContentPartPr>
            <p14:xfrm>
              <a:off x="5601335" y="5154930"/>
              <a:ext cx="29210" cy="22225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56"/>
            </p:blipFill>
            <p:spPr>
              <a:xfrm>
                <a:off x="5601335" y="5154930"/>
                <a:ext cx="29210" cy="22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7" p14:bwMode="auto">
            <p14:nvContentPartPr>
              <p14:cNvPr id="37" name="墨迹 36"/>
              <p14:cNvContentPartPr/>
              <p14:nvPr/>
            </p14:nvContentPartPr>
            <p14:xfrm>
              <a:off x="5726430" y="4980305"/>
              <a:ext cx="137795" cy="549910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58"/>
            </p:blipFill>
            <p:spPr>
              <a:xfrm>
                <a:off x="5726430" y="4980305"/>
                <a:ext cx="137795" cy="549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9" p14:bwMode="auto">
            <p14:nvContentPartPr>
              <p14:cNvPr id="38" name="墨迹 37"/>
              <p14:cNvContentPartPr/>
              <p14:nvPr/>
            </p14:nvContentPartPr>
            <p14:xfrm>
              <a:off x="5630545" y="5213985"/>
              <a:ext cx="271145" cy="28575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60"/>
            </p:blipFill>
            <p:spPr>
              <a:xfrm>
                <a:off x="5630545" y="5213985"/>
                <a:ext cx="271145" cy="28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1" p14:bwMode="auto">
            <p14:nvContentPartPr>
              <p14:cNvPr id="39" name="墨迹 38"/>
              <p14:cNvContentPartPr/>
              <p14:nvPr/>
            </p14:nvContentPartPr>
            <p14:xfrm>
              <a:off x="5929630" y="5193665"/>
              <a:ext cx="245745" cy="328295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62"/>
            </p:blipFill>
            <p:spPr>
              <a:xfrm>
                <a:off x="5929630" y="5193665"/>
                <a:ext cx="245745" cy="3282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3" p14:bwMode="auto">
            <p14:nvContentPartPr>
              <p14:cNvPr id="40" name="墨迹 39"/>
              <p14:cNvContentPartPr/>
              <p14:nvPr/>
            </p14:nvContentPartPr>
            <p14:xfrm>
              <a:off x="6202680" y="4961255"/>
              <a:ext cx="214630" cy="588010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64"/>
            </p:blipFill>
            <p:spPr>
              <a:xfrm>
                <a:off x="6202680" y="4961255"/>
                <a:ext cx="214630" cy="5880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5" p14:bwMode="auto">
            <p14:nvContentPartPr>
              <p14:cNvPr id="41" name="墨迹 40"/>
              <p14:cNvContentPartPr/>
              <p14:nvPr/>
            </p14:nvContentPartPr>
            <p14:xfrm>
              <a:off x="6525260" y="4941570"/>
              <a:ext cx="153035" cy="606425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66"/>
            </p:blipFill>
            <p:spPr>
              <a:xfrm>
                <a:off x="6525260" y="4941570"/>
                <a:ext cx="153035" cy="6064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7" p14:bwMode="auto">
            <p14:nvContentPartPr>
              <p14:cNvPr id="42" name="墨迹 41"/>
              <p14:cNvContentPartPr/>
              <p14:nvPr/>
            </p14:nvContentPartPr>
            <p14:xfrm>
              <a:off x="6706870" y="5173345"/>
              <a:ext cx="252095" cy="439420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68"/>
            </p:blipFill>
            <p:spPr>
              <a:xfrm>
                <a:off x="6706870" y="5173345"/>
                <a:ext cx="252095" cy="439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9" p14:bwMode="auto">
            <p14:nvContentPartPr>
              <p14:cNvPr id="43" name="墨迹 42"/>
              <p14:cNvContentPartPr/>
              <p14:nvPr/>
            </p14:nvContentPartPr>
            <p14:xfrm>
              <a:off x="7061835" y="4805045"/>
              <a:ext cx="342900" cy="878205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70"/>
            </p:blipFill>
            <p:spPr>
              <a:xfrm>
                <a:off x="7061835" y="4805045"/>
                <a:ext cx="342900" cy="878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1" p14:bwMode="auto">
            <p14:nvContentPartPr>
              <p14:cNvPr id="44" name="墨迹 43"/>
              <p14:cNvContentPartPr/>
              <p14:nvPr/>
            </p14:nvContentPartPr>
            <p14:xfrm>
              <a:off x="7362825" y="5086985"/>
              <a:ext cx="299720" cy="392430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72"/>
            </p:blipFill>
            <p:spPr>
              <a:xfrm>
                <a:off x="7362825" y="5086985"/>
                <a:ext cx="299720" cy="3924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3" p14:bwMode="auto">
            <p14:nvContentPartPr>
              <p14:cNvPr id="45" name="墨迹 44"/>
              <p14:cNvContentPartPr/>
              <p14:nvPr/>
            </p14:nvContentPartPr>
            <p14:xfrm>
              <a:off x="7699375" y="4699635"/>
              <a:ext cx="462915" cy="915035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74"/>
            </p:blipFill>
            <p:spPr>
              <a:xfrm>
                <a:off x="7699375" y="4699635"/>
                <a:ext cx="462915" cy="9150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5" p14:bwMode="auto">
            <p14:nvContentPartPr>
              <p14:cNvPr id="46" name="墨迹 45"/>
              <p14:cNvContentPartPr/>
              <p14:nvPr/>
            </p14:nvContentPartPr>
            <p14:xfrm>
              <a:off x="8392795" y="5050790"/>
              <a:ext cx="311785" cy="57150"/>
            </p14:xfrm>
          </p:contentPart>
        </mc:Choice>
        <mc:Fallback xmlns="">
          <p:pic>
            <p:nvPicPr>
              <p:cNvPr id="46" name="墨迹 45"/>
            </p:nvPicPr>
            <p:blipFill>
              <a:blip r:embed="rId76"/>
            </p:blipFill>
            <p:spPr>
              <a:xfrm>
                <a:off x="8392795" y="5050790"/>
                <a:ext cx="311785" cy="57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7" p14:bwMode="auto">
            <p14:nvContentPartPr>
              <p14:cNvPr id="47" name="墨迹 46"/>
              <p14:cNvContentPartPr/>
              <p14:nvPr/>
            </p14:nvContentPartPr>
            <p14:xfrm>
              <a:off x="8510270" y="4854575"/>
              <a:ext cx="106045" cy="464820"/>
            </p14:xfrm>
          </p:contentPart>
        </mc:Choice>
        <mc:Fallback xmlns="">
          <p:pic>
            <p:nvPicPr>
              <p:cNvPr id="47" name="墨迹 46"/>
            </p:nvPicPr>
            <p:blipFill>
              <a:blip r:embed="rId78"/>
            </p:blipFill>
            <p:spPr>
              <a:xfrm>
                <a:off x="8510270" y="4854575"/>
                <a:ext cx="106045" cy="4648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9" p14:bwMode="auto">
            <p14:nvContentPartPr>
              <p14:cNvPr id="48" name="墨迹 47"/>
              <p14:cNvContentPartPr/>
              <p14:nvPr/>
            </p14:nvContentPartPr>
            <p14:xfrm>
              <a:off x="8925560" y="5009515"/>
              <a:ext cx="193675" cy="7620"/>
            </p14:xfrm>
          </p:contentPart>
        </mc:Choice>
        <mc:Fallback xmlns="">
          <p:pic>
            <p:nvPicPr>
              <p:cNvPr id="48" name="墨迹 47"/>
            </p:nvPicPr>
            <p:blipFill>
              <a:blip r:embed="rId80"/>
            </p:blipFill>
            <p:spPr>
              <a:xfrm>
                <a:off x="8925560" y="5009515"/>
                <a:ext cx="193675" cy="76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1" p14:bwMode="auto">
            <p14:nvContentPartPr>
              <p14:cNvPr id="49" name="墨迹 48"/>
              <p14:cNvContentPartPr/>
              <p14:nvPr/>
            </p14:nvContentPartPr>
            <p14:xfrm>
              <a:off x="8906510" y="5146040"/>
              <a:ext cx="276860" cy="24130"/>
            </p14:xfrm>
          </p:contentPart>
        </mc:Choice>
        <mc:Fallback xmlns="">
          <p:pic>
            <p:nvPicPr>
              <p:cNvPr id="49" name="墨迹 48"/>
            </p:nvPicPr>
            <p:blipFill>
              <a:blip r:embed="rId82"/>
            </p:blipFill>
            <p:spPr>
              <a:xfrm>
                <a:off x="8906510" y="5146040"/>
                <a:ext cx="276860" cy="241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3" p14:bwMode="auto">
            <p14:nvContentPartPr>
              <p14:cNvPr id="50" name="墨迹 49"/>
              <p14:cNvContentPartPr/>
              <p14:nvPr/>
            </p14:nvContentPartPr>
            <p14:xfrm>
              <a:off x="9584690" y="4747895"/>
              <a:ext cx="352425" cy="19685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84"/>
            </p:blipFill>
            <p:spPr>
              <a:xfrm>
                <a:off x="9584690" y="4747895"/>
                <a:ext cx="352425" cy="196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5" p14:bwMode="auto">
            <p14:nvContentPartPr>
              <p14:cNvPr id="51" name="墨迹 50"/>
              <p14:cNvContentPartPr/>
              <p14:nvPr/>
            </p14:nvContentPartPr>
            <p14:xfrm>
              <a:off x="9497695" y="4766945"/>
              <a:ext cx="155575" cy="828040"/>
            </p14:xfrm>
          </p:contentPart>
        </mc:Choice>
        <mc:Fallback xmlns="">
          <p:pic>
            <p:nvPicPr>
              <p:cNvPr id="51" name="墨迹 50"/>
            </p:nvPicPr>
            <p:blipFill>
              <a:blip r:embed="rId86"/>
            </p:blipFill>
            <p:spPr>
              <a:xfrm>
                <a:off x="9497695" y="4766945"/>
                <a:ext cx="155575" cy="8280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7" p14:bwMode="auto">
            <p14:nvContentPartPr>
              <p14:cNvPr id="52" name="墨迹 51"/>
              <p14:cNvContentPartPr/>
              <p14:nvPr/>
            </p14:nvContentPartPr>
            <p14:xfrm>
              <a:off x="9613900" y="5109210"/>
              <a:ext cx="306070" cy="104140"/>
            </p14:xfrm>
          </p:contentPart>
        </mc:Choice>
        <mc:Fallback xmlns="">
          <p:pic>
            <p:nvPicPr>
              <p:cNvPr id="52" name="墨迹 51"/>
            </p:nvPicPr>
            <p:blipFill>
              <a:blip r:embed="rId88"/>
            </p:blipFill>
            <p:spPr>
              <a:xfrm>
                <a:off x="9613900" y="5109210"/>
                <a:ext cx="306070" cy="1041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9" p14:bwMode="auto">
            <p14:nvContentPartPr>
              <p14:cNvPr id="54" name="墨迹 53"/>
              <p14:cNvContentPartPr/>
              <p14:nvPr/>
            </p14:nvContentPartPr>
            <p14:xfrm>
              <a:off x="10146665" y="4799330"/>
              <a:ext cx="693420" cy="802005"/>
            </p14:xfrm>
          </p:contentPart>
        </mc:Choice>
        <mc:Fallback xmlns="">
          <p:pic>
            <p:nvPicPr>
              <p:cNvPr id="54" name="墨迹 53"/>
            </p:nvPicPr>
            <p:blipFill>
              <a:blip r:embed="rId90"/>
            </p:blipFill>
            <p:spPr>
              <a:xfrm>
                <a:off x="10146665" y="4799330"/>
                <a:ext cx="693420" cy="80200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238125" y="-299085"/>
            <a:ext cx="8453755" cy="5556885"/>
          </a:xfrm>
        </p:spPr>
        <p:txBody>
          <a:bodyPr>
            <a:normAutofit/>
          </a:bodyPr>
          <a:p>
            <a:r>
              <a:rPr lang="en-US" altLang="zh-CN" sz="4400">
                <a:solidFill>
                  <a:schemeClr val="bg1"/>
                </a:solidFill>
              </a:rPr>
              <a:t>From 70 seconds to 56 seconds:</a:t>
            </a:r>
            <a:br>
              <a:rPr lang="zh-CN" altLang="en-US" sz="4400">
                <a:solidFill>
                  <a:schemeClr val="bg1"/>
                </a:solidFill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副标题 4"/>
          <p:cNvSpPr/>
          <p:nvPr>
            <p:ph type="subTitle" idx="1"/>
          </p:nvPr>
        </p:nvSpPr>
        <p:spPr>
          <a:xfrm>
            <a:off x="1524000" y="2600643"/>
            <a:ext cx="9144000" cy="1655762"/>
          </a:xfrm>
        </p:spPr>
        <p:txBody>
          <a:bodyPr>
            <a:normAutofit lnSpcReduction="10000"/>
          </a:bodyPr>
          <a:p>
            <a:r>
              <a:rPr lang="en-US" altLang="zh-CN" sz="3200">
                <a:solidFill>
                  <a:schemeClr val="bg1"/>
                </a:solidFill>
              </a:rPr>
              <a:t>We changed division to multiplication.</a:t>
            </a:r>
            <a:endParaRPr lang="en-US" altLang="zh-CN" sz="3200">
              <a:solidFill>
                <a:schemeClr val="bg1"/>
              </a:solidFill>
            </a:endParaRPr>
          </a:p>
          <a:p>
            <a:endParaRPr lang="en-US" altLang="zh-CN" sz="3200">
              <a:solidFill>
                <a:schemeClr val="bg1"/>
              </a:solidFill>
            </a:endParaRPr>
          </a:p>
          <a:p>
            <a:r>
              <a:rPr lang="en-US" altLang="zh-CN" sz="3200">
                <a:solidFill>
                  <a:schemeClr val="bg1"/>
                </a:solidFill>
              </a:rPr>
              <a:t>5</a:t>
            </a:r>
            <a:r>
              <a:rPr lang="zh-CN" altLang="en-US" sz="3200">
                <a:solidFill>
                  <a:schemeClr val="bg1"/>
                </a:solidFill>
              </a:rPr>
              <a:t>➗</a:t>
            </a:r>
            <a:r>
              <a:rPr lang="en-US" altLang="zh-CN" sz="3200">
                <a:solidFill>
                  <a:schemeClr val="bg1"/>
                </a:solidFill>
              </a:rPr>
              <a:t> 3 =5 </a:t>
            </a:r>
            <a:r>
              <a:rPr lang="zh-CN" altLang="en-US" sz="3200">
                <a:solidFill>
                  <a:schemeClr val="bg1"/>
                </a:solidFill>
              </a:rPr>
              <a:t>×</a:t>
            </a:r>
            <a:r>
              <a:rPr lang="en-US" altLang="zh-CN" sz="3200">
                <a:solidFill>
                  <a:schemeClr val="bg1"/>
                </a:solidFill>
              </a:rPr>
              <a:t>0.3333333</a:t>
            </a:r>
            <a:endParaRPr lang="en-US" altLang="zh-CN" sz="3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170815" y="102870"/>
            <a:ext cx="8453755" cy="5556885"/>
          </a:xfrm>
        </p:spPr>
        <p:txBody>
          <a:bodyPr>
            <a:normAutofit/>
          </a:bodyPr>
          <a:p>
            <a:r>
              <a:rPr lang="en-US" altLang="zh-CN" sz="4400">
                <a:solidFill>
                  <a:schemeClr val="bg1"/>
                </a:solidFill>
              </a:rPr>
              <a:t>From 56 seconds to 48 seconds:</a:t>
            </a:r>
            <a:br>
              <a:rPr lang="en-US" altLang="zh-CN" sz="4400">
                <a:solidFill>
                  <a:schemeClr val="bg1"/>
                </a:solidFill>
              </a:rPr>
            </a:br>
            <a:br>
              <a:rPr lang="zh-CN" altLang="en-US" sz="4400">
                <a:solidFill>
                  <a:schemeClr val="bg1"/>
                </a:solidFill>
              </a:rPr>
            </a:br>
            <a:br>
              <a:rPr lang="zh-CN" altLang="en-US" sz="4400">
                <a:solidFill>
                  <a:schemeClr val="bg1"/>
                </a:solidFill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副标题 4"/>
          <p:cNvSpPr/>
          <p:nvPr>
            <p:ph type="subTitle" idx="1"/>
          </p:nvPr>
        </p:nvSpPr>
        <p:spPr>
          <a:xfrm>
            <a:off x="1044575" y="1980565"/>
            <a:ext cx="10103485" cy="4291965"/>
          </a:xfrm>
        </p:spPr>
        <p:txBody>
          <a:bodyPr>
            <a:normAutofit lnSpcReduction="10000"/>
          </a:bodyPr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FactorWritable[14400] stores only references; the objects are scattered across heap memory.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170815" y="102870"/>
            <a:ext cx="8453755" cy="5556885"/>
          </a:xfrm>
        </p:spPr>
        <p:txBody>
          <a:bodyPr>
            <a:normAutofit/>
          </a:bodyPr>
          <a:p>
            <a:r>
              <a:rPr lang="en-US" altLang="zh-CN" sz="4400">
                <a:solidFill>
                  <a:schemeClr val="bg1"/>
                </a:solidFill>
              </a:rPr>
              <a:t>From 56 seconds to 48 seconds:</a:t>
            </a:r>
            <a:br>
              <a:rPr lang="en-US" altLang="zh-CN" sz="4400">
                <a:solidFill>
                  <a:schemeClr val="bg1"/>
                </a:solidFill>
              </a:rPr>
            </a:br>
            <a:br>
              <a:rPr lang="zh-CN" altLang="en-US" sz="4400">
                <a:solidFill>
                  <a:schemeClr val="bg1"/>
                </a:solidFill>
              </a:rPr>
            </a:br>
            <a:br>
              <a:rPr lang="zh-CN" altLang="en-US" sz="4400">
                <a:solidFill>
                  <a:schemeClr val="bg1"/>
                </a:solidFill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副标题 4"/>
          <p:cNvSpPr/>
          <p:nvPr>
            <p:ph type="subTitle" idx="1"/>
          </p:nvPr>
        </p:nvSpPr>
        <p:spPr>
          <a:xfrm>
            <a:off x="1044575" y="1980565"/>
            <a:ext cx="10103485" cy="4291965"/>
          </a:xfrm>
        </p:spPr>
        <p:txBody>
          <a:bodyPr>
            <a:normAutofit lnSpcReduction="10000"/>
          </a:bodyPr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FactorWritable[14400] stores only references; the objects are scattered across heap memory.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→ Change to </a:t>
            </a:r>
            <a:r>
              <a:rPr lang="en-US" altLang="zh-CN" sz="28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primitive array</a:t>
            </a:r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double[288000]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170815" y="102870"/>
            <a:ext cx="8453755" cy="5556885"/>
          </a:xfrm>
        </p:spPr>
        <p:txBody>
          <a:bodyPr>
            <a:normAutofit/>
          </a:bodyPr>
          <a:p>
            <a:r>
              <a:rPr lang="en-US" altLang="zh-CN" sz="4400">
                <a:solidFill>
                  <a:schemeClr val="bg1"/>
                </a:solidFill>
              </a:rPr>
              <a:t>From 56 seconds to 48 seconds:</a:t>
            </a:r>
            <a:br>
              <a:rPr lang="en-US" altLang="zh-CN" sz="4400">
                <a:solidFill>
                  <a:schemeClr val="bg1"/>
                </a:solidFill>
              </a:rPr>
            </a:br>
            <a:br>
              <a:rPr lang="zh-CN" altLang="en-US" sz="4400">
                <a:solidFill>
                  <a:schemeClr val="bg1"/>
                </a:solidFill>
              </a:rPr>
            </a:br>
            <a:br>
              <a:rPr lang="zh-CN" altLang="en-US" sz="4400">
                <a:solidFill>
                  <a:schemeClr val="bg1"/>
                </a:solidFill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副标题 4"/>
          <p:cNvSpPr/>
          <p:nvPr>
            <p:ph type="subTitle" idx="1"/>
          </p:nvPr>
        </p:nvSpPr>
        <p:spPr>
          <a:xfrm>
            <a:off x="1044575" y="1980565"/>
            <a:ext cx="10103485" cy="4291965"/>
          </a:xfrm>
        </p:spPr>
        <p:txBody>
          <a:bodyPr>
            <a:normAutofit lnSpcReduction="10000"/>
          </a:bodyPr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FactorWritable[14400] stores only references; the objects are scattered across heap memory.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→ Change to </a:t>
            </a:r>
            <a:r>
              <a:rPr lang="en-US" altLang="zh-CN" sz="28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primitive array</a:t>
            </a:r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double[288000]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Convert the stock code from String: “000063” to int:63</a:t>
            </a:r>
            <a:endParaRPr lang="en-US" altLang="zh-CN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209550" y="-299085"/>
            <a:ext cx="8453755" cy="5556885"/>
          </a:xfrm>
        </p:spPr>
        <p:txBody>
          <a:bodyPr>
            <a:normAutofit/>
          </a:bodyPr>
          <a:p>
            <a:r>
              <a:rPr lang="en-US" altLang="zh-CN" sz="4400">
                <a:solidFill>
                  <a:schemeClr val="bg1"/>
                </a:solidFill>
              </a:rPr>
              <a:t>From 48 seconds to 38 seconds:</a:t>
            </a:r>
            <a:br>
              <a:rPr lang="zh-CN" altLang="en-US" sz="4400">
                <a:solidFill>
                  <a:schemeClr val="bg1"/>
                </a:solidFill>
              </a:rPr>
            </a:br>
            <a:br>
              <a:rPr lang="zh-CN" altLang="en-US" sz="4400">
                <a:solidFill>
                  <a:schemeClr val="bg1"/>
                </a:solidFill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副标题 4"/>
          <p:cNvSpPr/>
          <p:nvPr>
            <p:ph type="subTitle" idx="1"/>
          </p:nvPr>
        </p:nvSpPr>
        <p:spPr>
          <a:xfrm>
            <a:off x="1044575" y="1980565"/>
            <a:ext cx="10103485" cy="4291965"/>
          </a:xfrm>
        </p:spPr>
        <p:txBody>
          <a:bodyPr>
            <a:normAutofit/>
          </a:bodyPr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Originally: When Hadoop performs sorting, it has to </a:t>
            </a:r>
            <a:r>
              <a:rPr lang="en-US" altLang="zh-CN" sz="28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deserialize </a:t>
            </a:r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the binary stream into a WritableComparable object: DCT, and then call its comparison method to compare.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209550" y="-299085"/>
            <a:ext cx="8453755" cy="5556885"/>
          </a:xfrm>
        </p:spPr>
        <p:txBody>
          <a:bodyPr>
            <a:normAutofit/>
          </a:bodyPr>
          <a:p>
            <a:r>
              <a:rPr lang="en-US" altLang="zh-CN" sz="4400">
                <a:solidFill>
                  <a:schemeClr val="bg1"/>
                </a:solidFill>
              </a:rPr>
              <a:t>From 48 seconds to 38 seconds:</a:t>
            </a:r>
            <a:br>
              <a:rPr lang="zh-CN" altLang="en-US" sz="4400">
                <a:solidFill>
                  <a:schemeClr val="bg1"/>
                </a:solidFill>
              </a:rPr>
            </a:br>
            <a:br>
              <a:rPr lang="zh-CN" altLang="en-US" sz="4400">
                <a:solidFill>
                  <a:schemeClr val="bg1"/>
                </a:solidFill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副标题 4"/>
          <p:cNvSpPr/>
          <p:nvPr>
            <p:ph type="subTitle" idx="1"/>
          </p:nvPr>
        </p:nvSpPr>
        <p:spPr>
          <a:xfrm>
            <a:off x="1044575" y="1980565"/>
            <a:ext cx="10103485" cy="4291965"/>
          </a:xfrm>
        </p:spPr>
        <p:txBody>
          <a:bodyPr>
            <a:normAutofit/>
          </a:bodyPr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Originally: When Hadoop performs sorting, it has to </a:t>
            </a:r>
            <a:r>
              <a:rPr lang="en-US" altLang="zh-CN" sz="28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deserialize </a:t>
            </a:r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the binary stream into a WritableComparable object: DCT, and then call its comparison method to compare.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Now: directly compare </a:t>
            </a:r>
            <a:r>
              <a:rPr lang="en-US" altLang="zh-CN" sz="28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the first eight bytes </a:t>
            </a:r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of the binary stream.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Date, Code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because both of them are already ints.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5890" y="-299085"/>
            <a:ext cx="8453755" cy="5556885"/>
          </a:xfrm>
        </p:spPr>
        <p:txBody>
          <a:bodyPr>
            <a:normAutofit/>
          </a:bodyPr>
          <a:p>
            <a:r>
              <a:rPr lang="en-US" altLang="zh-CN" sz="4400">
                <a:solidFill>
                  <a:schemeClr val="bg1"/>
                </a:solidFill>
              </a:rPr>
              <a:t>From 48 seconds to 38 seconds:</a:t>
            </a:r>
            <a:br>
              <a:rPr lang="zh-CN" altLang="en-US" sz="4400">
                <a:solidFill>
                  <a:schemeClr val="bg1"/>
                </a:solidFill>
              </a:rPr>
            </a:br>
            <a:br>
              <a:rPr lang="zh-CN" altLang="en-US" sz="4400">
                <a:solidFill>
                  <a:schemeClr val="bg1"/>
                </a:solidFill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副标题 4"/>
          <p:cNvSpPr/>
          <p:nvPr>
            <p:ph type="subTitle" idx="1"/>
          </p:nvPr>
        </p:nvSpPr>
        <p:spPr>
          <a:xfrm>
            <a:off x="1044575" y="1980565"/>
            <a:ext cx="10103485" cy="4291965"/>
          </a:xfrm>
        </p:spPr>
        <p:txBody>
          <a:bodyPr>
            <a:normAutofit/>
          </a:bodyPr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Instead of generating one large file at the end, and using extra code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to turn it into 5 CSV files,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5890" y="-299085"/>
            <a:ext cx="8453755" cy="5556885"/>
          </a:xfrm>
        </p:spPr>
        <p:txBody>
          <a:bodyPr>
            <a:normAutofit/>
          </a:bodyPr>
          <a:p>
            <a:r>
              <a:rPr lang="en-US" altLang="zh-CN" sz="4400">
                <a:solidFill>
                  <a:schemeClr val="bg1"/>
                </a:solidFill>
              </a:rPr>
              <a:t>From 48 seconds to 38 seconds:</a:t>
            </a:r>
            <a:br>
              <a:rPr lang="zh-CN" altLang="en-US" sz="4400">
                <a:solidFill>
                  <a:schemeClr val="bg1"/>
                </a:solidFill>
              </a:rPr>
            </a:br>
            <a:br>
              <a:rPr lang="zh-CN" altLang="en-US" sz="4400">
                <a:solidFill>
                  <a:schemeClr val="bg1"/>
                </a:solidFill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副标题 4"/>
          <p:cNvSpPr/>
          <p:nvPr>
            <p:ph type="subTitle" idx="1"/>
          </p:nvPr>
        </p:nvSpPr>
        <p:spPr>
          <a:xfrm>
            <a:off x="1044575" y="1980565"/>
            <a:ext cx="10103485" cy="4291965"/>
          </a:xfrm>
        </p:spPr>
        <p:txBody>
          <a:bodyPr>
            <a:normAutofit/>
          </a:bodyPr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Instead of generating one large file at the end, and using extra code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to turn it into 5 CSV files,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we: use </a:t>
            </a:r>
            <a:r>
              <a:rPr lang="en-US" altLang="zh-CN" sz="28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MultipleOutput</a:t>
            </a:r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,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and let each Reducer directly handle the writing of CSV files.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-299085"/>
            <a:ext cx="8453755" cy="5556885"/>
          </a:xfrm>
        </p:spPr>
        <p:txBody>
          <a:bodyPr>
            <a:normAutofit/>
          </a:bodyPr>
          <a:p>
            <a:r>
              <a:rPr lang="en-US" altLang="zh-CN" sz="4400">
                <a:solidFill>
                  <a:schemeClr val="bg1"/>
                </a:solidFill>
              </a:rPr>
              <a:t>From 38 seconds to 28 seconds:</a:t>
            </a:r>
            <a:br>
              <a:rPr lang="zh-CN" altLang="en-US" sz="4400">
                <a:solidFill>
                  <a:schemeClr val="bg1"/>
                </a:solidFill>
              </a:rPr>
            </a:br>
            <a:br>
              <a:rPr lang="zh-CN" altLang="en-US" sz="4400">
                <a:solidFill>
                  <a:schemeClr val="bg1"/>
                </a:solidFill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副标题 4"/>
          <p:cNvSpPr/>
          <p:nvPr>
            <p:ph type="subTitle" idx="1"/>
          </p:nvPr>
        </p:nvSpPr>
        <p:spPr>
          <a:xfrm>
            <a:off x="1044575" y="1980565"/>
            <a:ext cx="10103485" cy="4291965"/>
          </a:xfrm>
        </p:spPr>
        <p:txBody>
          <a:bodyPr>
            <a:normAutofit/>
          </a:bodyPr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Completely switch to </a:t>
            </a:r>
            <a:r>
              <a:rPr lang="en-US" altLang="zh-CN" sz="28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 single MapReduce</a:t>
            </a:r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, 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-299085"/>
            <a:ext cx="8453755" cy="5556885"/>
          </a:xfrm>
        </p:spPr>
        <p:txBody>
          <a:bodyPr>
            <a:normAutofit/>
          </a:bodyPr>
          <a:p>
            <a:r>
              <a:rPr lang="en-US" altLang="zh-CN" sz="4400">
                <a:solidFill>
                  <a:schemeClr val="bg1"/>
                </a:solidFill>
              </a:rPr>
              <a:t>From 38 seconds to 28 seconds:</a:t>
            </a:r>
            <a:br>
              <a:rPr lang="zh-CN" altLang="en-US" sz="4400">
                <a:solidFill>
                  <a:schemeClr val="bg1"/>
                </a:solidFill>
              </a:rPr>
            </a:br>
            <a:br>
              <a:rPr lang="zh-CN" altLang="en-US" sz="4400">
                <a:solidFill>
                  <a:schemeClr val="bg1"/>
                </a:solidFill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副标题 4"/>
          <p:cNvSpPr/>
          <p:nvPr>
            <p:ph type="subTitle" idx="1"/>
          </p:nvPr>
        </p:nvSpPr>
        <p:spPr>
          <a:xfrm>
            <a:off x="1044575" y="1980565"/>
            <a:ext cx="10103485" cy="4291965"/>
          </a:xfrm>
        </p:spPr>
        <p:txBody>
          <a:bodyPr>
            <a:normAutofit/>
          </a:bodyPr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Completely switch to </a:t>
            </a:r>
            <a:r>
              <a:rPr lang="en-US" altLang="zh-CN" sz="28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 single MapReduce</a:t>
            </a:r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, 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delegating all the work that the second MapReduce would have done to the sole Reducer of the first MapReduce. 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-299085"/>
            <a:ext cx="8453755" cy="5556885"/>
          </a:xfrm>
        </p:spPr>
        <p:txBody>
          <a:bodyPr>
            <a:normAutofit/>
          </a:bodyPr>
          <a:p>
            <a:r>
              <a:rPr lang="en-US" altLang="zh-CN" sz="4400">
                <a:solidFill>
                  <a:schemeClr val="bg1"/>
                </a:solidFill>
              </a:rPr>
              <a:t>From 38 seconds to 28 seconds:</a:t>
            </a:r>
            <a:br>
              <a:rPr lang="zh-CN" altLang="en-US" sz="4400">
                <a:solidFill>
                  <a:schemeClr val="bg1"/>
                </a:solidFill>
              </a:rPr>
            </a:br>
            <a:br>
              <a:rPr lang="zh-CN" altLang="en-US" sz="4400">
                <a:solidFill>
                  <a:schemeClr val="bg1"/>
                </a:solidFill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副标题 4"/>
          <p:cNvSpPr/>
          <p:nvPr>
            <p:ph type="subTitle" idx="1"/>
          </p:nvPr>
        </p:nvSpPr>
        <p:spPr>
          <a:xfrm>
            <a:off x="1044575" y="1980565"/>
            <a:ext cx="10103485" cy="4291965"/>
          </a:xfrm>
        </p:spPr>
        <p:txBody>
          <a:bodyPr>
            <a:normAutofit/>
          </a:bodyPr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Completely switch to </a:t>
            </a:r>
            <a:r>
              <a:rPr lang="en-US" altLang="zh-CN" sz="28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 single MapReduce</a:t>
            </a:r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, 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delegating all the work that the second MapReduce would have done to the sole Reducer of the first MapReduce. 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This saves the MapReduce </a:t>
            </a:r>
            <a:r>
              <a:rPr lang="en-US" altLang="zh-CN" sz="28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initialization </a:t>
            </a:r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time.</a:t>
            </a:r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 sz="4800">
                <a:solidFill>
                  <a:schemeClr val="bg1"/>
                </a:solidFill>
              </a:rPr>
              <a:t>Thanks</a:t>
            </a:r>
            <a:endParaRPr lang="en-US" altLang="zh-CN" sz="480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5881</Words>
  <Application>WPS 演示</Application>
  <PresentationFormat>宽屏</PresentationFormat>
  <Paragraphs>324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STA321</vt:lpstr>
      <vt:lpstr>两步走：两个相继的MapReduce过程。</vt:lpstr>
      <vt:lpstr>对于第一个过程的Mapper们来说：</vt:lpstr>
      <vt:lpstr>对于第一个过程的Mapper们来说：</vt:lpstr>
      <vt:lpstr>对于Mapper的输出们：</vt:lpstr>
      <vt:lpstr>对于第一个过程的Mapper们来说：</vt:lpstr>
      <vt:lpstr>对于第一个过程的Mapper们来说：</vt:lpstr>
      <vt:lpstr>对于Mapper的输出们：</vt:lpstr>
      <vt:lpstr>对于Reducer:</vt:lpstr>
      <vt:lpstr>对于Reducer:</vt:lpstr>
      <vt:lpstr>对于Reducer:</vt:lpstr>
      <vt:lpstr>对于Reducer:</vt:lpstr>
      <vt:lpstr>对于Reducer:</vt:lpstr>
      <vt:lpstr>在一次Reduce（）中:</vt:lpstr>
      <vt:lpstr>在一次Reduce（）中:</vt:lpstr>
      <vt:lpstr>输出了一堆Text：</vt:lpstr>
      <vt:lpstr>输出了一堆Text：</vt:lpstr>
      <vt:lpstr>第二个MapReduce接收了：</vt:lpstr>
      <vt:lpstr>第二个MapReduce接收了：</vt:lpstr>
      <vt:lpstr>在这个架构下，我们进行了15次迭代。</vt:lpstr>
      <vt:lpstr>PowerPoint 演示文稿</vt:lpstr>
      <vt:lpstr>从136秒到70秒：</vt:lpstr>
      <vt:lpstr>从136秒到70秒：</vt:lpstr>
      <vt:lpstr>从136秒到70秒：</vt:lpstr>
      <vt:lpstr>从136秒到70秒：</vt:lpstr>
      <vt:lpstr>从70秒到56秒：  Reducer:                               FactorWritable[14400]     </vt:lpstr>
      <vt:lpstr>从70秒到56秒：  Reducer:                               FactorWritable[14400]     </vt:lpstr>
      <vt:lpstr>从70秒到56秒：  Reducer:                               FactorWritable[14400]     </vt:lpstr>
      <vt:lpstr>从70秒到56秒：       </vt:lpstr>
      <vt:lpstr>从56秒到48秒：       </vt:lpstr>
      <vt:lpstr>From 56 seconds to 48 seconds:        </vt:lpstr>
      <vt:lpstr>From 56 seconds to 48 seconds:        </vt:lpstr>
      <vt:lpstr>从48秒到38秒：       </vt:lpstr>
      <vt:lpstr>From 48 seconds to 38 seconds:       </vt:lpstr>
      <vt:lpstr>从48秒到38秒：       </vt:lpstr>
      <vt:lpstr>From 48 seconds to 38 seconds:       </vt:lpstr>
      <vt:lpstr>从38秒到28秒：       </vt:lpstr>
      <vt:lpstr>From 38 seconds to 28 seconds:       </vt:lpstr>
      <vt:lpstr>From 38 seconds to 28 seconds:       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Yen</cp:lastModifiedBy>
  <cp:revision>21</cp:revision>
  <dcterms:created xsi:type="dcterms:W3CDTF">2023-08-09T12:44:00Z</dcterms:created>
  <dcterms:modified xsi:type="dcterms:W3CDTF">2026-09-21T09:12:57Z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6F6DC4942016473C9538E48D40E85DF3_12</vt:lpwstr>
  </property>
</Properties>
</file>